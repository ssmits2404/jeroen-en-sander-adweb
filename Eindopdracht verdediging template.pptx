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3" r:id="rId8"/>
    <p:sldId id="262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7" d="100"/>
          <a:sy n="87" d="100"/>
        </p:scale>
        <p:origin x="52" y="4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tijn Smulders" userId="8c8a8852-2ce2-4008-a644-24f4fa381489" providerId="ADAL" clId="{2E1DB853-4E5B-4ABB-8386-308287E261AE}"/>
    <pc:docChg chg="undo redo custSel addSld modSld">
      <pc:chgData name="Stijn Smulders" userId="8c8a8852-2ce2-4008-a644-24f4fa381489" providerId="ADAL" clId="{2E1DB853-4E5B-4ABB-8386-308287E261AE}" dt="2022-05-11T12:51:21.370" v="701" actId="20577"/>
      <pc:docMkLst>
        <pc:docMk/>
      </pc:docMkLst>
      <pc:sldChg chg="modSp new mod">
        <pc:chgData name="Stijn Smulders" userId="8c8a8852-2ce2-4008-a644-24f4fa381489" providerId="ADAL" clId="{2E1DB853-4E5B-4ABB-8386-308287E261AE}" dt="2022-05-11T12:47:49.681" v="209" actId="20577"/>
        <pc:sldMkLst>
          <pc:docMk/>
          <pc:sldMk cId="3019726639" sldId="256"/>
        </pc:sldMkLst>
        <pc:spChg chg="mod">
          <ac:chgData name="Stijn Smulders" userId="8c8a8852-2ce2-4008-a644-24f4fa381489" providerId="ADAL" clId="{2E1DB853-4E5B-4ABB-8386-308287E261AE}" dt="2022-05-11T12:47:49.681" v="209" actId="20577"/>
          <ac:spMkLst>
            <pc:docMk/>
            <pc:sldMk cId="3019726639" sldId="256"/>
            <ac:spMk id="2" creationId="{7744CF94-3A28-4D0F-B3AC-5D5D86B64642}"/>
          </ac:spMkLst>
        </pc:spChg>
        <pc:spChg chg="mod">
          <ac:chgData name="Stijn Smulders" userId="8c8a8852-2ce2-4008-a644-24f4fa381489" providerId="ADAL" clId="{2E1DB853-4E5B-4ABB-8386-308287E261AE}" dt="2022-05-11T12:45:39.723" v="90" actId="20577"/>
          <ac:spMkLst>
            <pc:docMk/>
            <pc:sldMk cId="3019726639" sldId="256"/>
            <ac:spMk id="3" creationId="{97BBEA82-ADD4-492E-B325-4114CBBC96F5}"/>
          </ac:spMkLst>
        </pc:spChg>
      </pc:sldChg>
      <pc:sldChg chg="modSp new mod">
        <pc:chgData name="Stijn Smulders" userId="8c8a8852-2ce2-4008-a644-24f4fa381489" providerId="ADAL" clId="{2E1DB853-4E5B-4ABB-8386-308287E261AE}" dt="2022-05-11T12:47:32.609" v="197" actId="20577"/>
        <pc:sldMkLst>
          <pc:docMk/>
          <pc:sldMk cId="1140866603" sldId="257"/>
        </pc:sldMkLst>
        <pc:spChg chg="mod">
          <ac:chgData name="Stijn Smulders" userId="8c8a8852-2ce2-4008-a644-24f4fa381489" providerId="ADAL" clId="{2E1DB853-4E5B-4ABB-8386-308287E261AE}" dt="2022-05-11T12:45:47.626" v="104" actId="20577"/>
          <ac:spMkLst>
            <pc:docMk/>
            <pc:sldMk cId="1140866603" sldId="257"/>
            <ac:spMk id="2" creationId="{723EF401-A35C-4D7E-8424-A3566DF6CD84}"/>
          </ac:spMkLst>
        </pc:spChg>
        <pc:spChg chg="mod">
          <ac:chgData name="Stijn Smulders" userId="8c8a8852-2ce2-4008-a644-24f4fa381489" providerId="ADAL" clId="{2E1DB853-4E5B-4ABB-8386-308287E261AE}" dt="2022-05-11T12:47:32.609" v="197" actId="20577"/>
          <ac:spMkLst>
            <pc:docMk/>
            <pc:sldMk cId="1140866603" sldId="257"/>
            <ac:spMk id="3" creationId="{013B74B7-4D4E-49B8-A423-2F29045E923B}"/>
          </ac:spMkLst>
        </pc:spChg>
      </pc:sldChg>
      <pc:sldChg chg="modSp new mod">
        <pc:chgData name="Stijn Smulders" userId="8c8a8852-2ce2-4008-a644-24f4fa381489" providerId="ADAL" clId="{2E1DB853-4E5B-4ABB-8386-308287E261AE}" dt="2022-05-11T12:49:55.561" v="397" actId="5793"/>
        <pc:sldMkLst>
          <pc:docMk/>
          <pc:sldMk cId="2379743803" sldId="258"/>
        </pc:sldMkLst>
        <pc:spChg chg="mod">
          <ac:chgData name="Stijn Smulders" userId="8c8a8852-2ce2-4008-a644-24f4fa381489" providerId="ADAL" clId="{2E1DB853-4E5B-4ABB-8386-308287E261AE}" dt="2022-05-11T12:48:25.002" v="246" actId="6549"/>
          <ac:spMkLst>
            <pc:docMk/>
            <pc:sldMk cId="2379743803" sldId="258"/>
            <ac:spMk id="2" creationId="{107356CC-A6DD-422C-A8EF-A8B2AB8D0FB6}"/>
          </ac:spMkLst>
        </pc:spChg>
        <pc:spChg chg="mod">
          <ac:chgData name="Stijn Smulders" userId="8c8a8852-2ce2-4008-a644-24f4fa381489" providerId="ADAL" clId="{2E1DB853-4E5B-4ABB-8386-308287E261AE}" dt="2022-05-11T12:49:55.561" v="397" actId="5793"/>
          <ac:spMkLst>
            <pc:docMk/>
            <pc:sldMk cId="2379743803" sldId="258"/>
            <ac:spMk id="3" creationId="{31F12DCC-A942-4833-AA60-85F934F1B070}"/>
          </ac:spMkLst>
        </pc:spChg>
      </pc:sldChg>
      <pc:sldChg chg="modSp new mod">
        <pc:chgData name="Stijn Smulders" userId="8c8a8852-2ce2-4008-a644-24f4fa381489" providerId="ADAL" clId="{2E1DB853-4E5B-4ABB-8386-308287E261AE}" dt="2022-05-11T12:50:09.708" v="438" actId="20577"/>
        <pc:sldMkLst>
          <pc:docMk/>
          <pc:sldMk cId="1683768685" sldId="259"/>
        </pc:sldMkLst>
        <pc:spChg chg="mod">
          <ac:chgData name="Stijn Smulders" userId="8c8a8852-2ce2-4008-a644-24f4fa381489" providerId="ADAL" clId="{2E1DB853-4E5B-4ABB-8386-308287E261AE}" dt="2022-05-11T12:48:43.386" v="273" actId="27636"/>
          <ac:spMkLst>
            <pc:docMk/>
            <pc:sldMk cId="1683768685" sldId="259"/>
            <ac:spMk id="2" creationId="{68862388-CF44-4816-80ED-6C93BAC7DF84}"/>
          </ac:spMkLst>
        </pc:spChg>
        <pc:spChg chg="mod">
          <ac:chgData name="Stijn Smulders" userId="8c8a8852-2ce2-4008-a644-24f4fa381489" providerId="ADAL" clId="{2E1DB853-4E5B-4ABB-8386-308287E261AE}" dt="2022-05-11T12:50:09.708" v="438" actId="20577"/>
          <ac:spMkLst>
            <pc:docMk/>
            <pc:sldMk cId="1683768685" sldId="259"/>
            <ac:spMk id="3" creationId="{4E797A3F-D95D-4093-8A11-CDE2910E408A}"/>
          </ac:spMkLst>
        </pc:spChg>
      </pc:sldChg>
      <pc:sldChg chg="modSp new mod">
        <pc:chgData name="Stijn Smulders" userId="8c8a8852-2ce2-4008-a644-24f4fa381489" providerId="ADAL" clId="{2E1DB853-4E5B-4ABB-8386-308287E261AE}" dt="2022-05-11T12:50:36.203" v="566" actId="20577"/>
        <pc:sldMkLst>
          <pc:docMk/>
          <pc:sldMk cId="948215428" sldId="260"/>
        </pc:sldMkLst>
        <pc:spChg chg="mod">
          <ac:chgData name="Stijn Smulders" userId="8c8a8852-2ce2-4008-a644-24f4fa381489" providerId="ADAL" clId="{2E1DB853-4E5B-4ABB-8386-308287E261AE}" dt="2022-05-11T12:49:04.032" v="296" actId="14100"/>
          <ac:spMkLst>
            <pc:docMk/>
            <pc:sldMk cId="948215428" sldId="260"/>
            <ac:spMk id="2" creationId="{0978C5D8-6CBD-4261-BD14-7A74835B4CEF}"/>
          </ac:spMkLst>
        </pc:spChg>
        <pc:spChg chg="mod">
          <ac:chgData name="Stijn Smulders" userId="8c8a8852-2ce2-4008-a644-24f4fa381489" providerId="ADAL" clId="{2E1DB853-4E5B-4ABB-8386-308287E261AE}" dt="2022-05-11T12:50:36.203" v="566" actId="20577"/>
          <ac:spMkLst>
            <pc:docMk/>
            <pc:sldMk cId="948215428" sldId="260"/>
            <ac:spMk id="3" creationId="{40AB2B54-9CA7-4033-9C5F-6963DF580BC2}"/>
          </ac:spMkLst>
        </pc:spChg>
      </pc:sldChg>
      <pc:sldChg chg="modSp new mod">
        <pc:chgData name="Stijn Smulders" userId="8c8a8852-2ce2-4008-a644-24f4fa381489" providerId="ADAL" clId="{2E1DB853-4E5B-4ABB-8386-308287E261AE}" dt="2022-05-11T12:50:56.012" v="648" actId="20577"/>
        <pc:sldMkLst>
          <pc:docMk/>
          <pc:sldMk cId="237928070" sldId="261"/>
        </pc:sldMkLst>
        <pc:spChg chg="mod">
          <ac:chgData name="Stijn Smulders" userId="8c8a8852-2ce2-4008-a644-24f4fa381489" providerId="ADAL" clId="{2E1DB853-4E5B-4ABB-8386-308287E261AE}" dt="2022-05-11T12:49:21.993" v="328" actId="27636"/>
          <ac:spMkLst>
            <pc:docMk/>
            <pc:sldMk cId="237928070" sldId="261"/>
            <ac:spMk id="2" creationId="{7EB44987-1B67-4570-B63C-3CC5684C8A87}"/>
          </ac:spMkLst>
        </pc:spChg>
        <pc:spChg chg="mod">
          <ac:chgData name="Stijn Smulders" userId="8c8a8852-2ce2-4008-a644-24f4fa381489" providerId="ADAL" clId="{2E1DB853-4E5B-4ABB-8386-308287E261AE}" dt="2022-05-11T12:50:56.012" v="648" actId="20577"/>
          <ac:spMkLst>
            <pc:docMk/>
            <pc:sldMk cId="237928070" sldId="261"/>
            <ac:spMk id="3" creationId="{C46654D1-D00F-4CCD-8E51-F3BD85852739}"/>
          </ac:spMkLst>
        </pc:spChg>
      </pc:sldChg>
      <pc:sldChg chg="modSp new mod">
        <pc:chgData name="Stijn Smulders" userId="8c8a8852-2ce2-4008-a644-24f4fa381489" providerId="ADAL" clId="{2E1DB853-4E5B-4ABB-8386-308287E261AE}" dt="2022-05-11T12:51:21.370" v="701" actId="20577"/>
        <pc:sldMkLst>
          <pc:docMk/>
          <pc:sldMk cId="888351002" sldId="262"/>
        </pc:sldMkLst>
        <pc:spChg chg="mod">
          <ac:chgData name="Stijn Smulders" userId="8c8a8852-2ce2-4008-a644-24f4fa381489" providerId="ADAL" clId="{2E1DB853-4E5B-4ABB-8386-308287E261AE}" dt="2022-05-11T12:51:08.083" v="672"/>
          <ac:spMkLst>
            <pc:docMk/>
            <pc:sldMk cId="888351002" sldId="262"/>
            <ac:spMk id="2" creationId="{E4CBA51F-BB7E-4814-A759-995545DA7EF1}"/>
          </ac:spMkLst>
        </pc:spChg>
        <pc:spChg chg="mod">
          <ac:chgData name="Stijn Smulders" userId="8c8a8852-2ce2-4008-a644-24f4fa381489" providerId="ADAL" clId="{2E1DB853-4E5B-4ABB-8386-308287E261AE}" dt="2022-05-11T12:51:21.370" v="701" actId="20577"/>
          <ac:spMkLst>
            <pc:docMk/>
            <pc:sldMk cId="888351002" sldId="262"/>
            <ac:spMk id="3" creationId="{9A326746-9FE6-479C-86E7-1B161859E5FA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E70570-B9C2-4664-8F46-F5EA4736087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0061F3D-38EA-4063-8650-D104A15D181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6874E94-B225-4CEA-9F7C-5E94294E3C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E1CEA6-E804-4E60-8887-033D2CA99FE0}" type="datetimeFigureOut">
              <a:rPr lang="en-GB" smtClean="0"/>
              <a:t>28/06/2026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C1D2C06-48FF-44DE-8ACF-F8D54F8E25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FDB12B-C90E-4494-8B0C-C02598A921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00CE6E-26F4-4769-87FF-DB912A94AFE2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304421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BE6362-8661-46E0-BF82-E13EEF4F06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C95442-82A7-40FA-9AC0-3BE99562CA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767C0AA-15B7-4BFE-91F3-460AB0BCBC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E1CEA6-E804-4E60-8887-033D2CA99FE0}" type="datetimeFigureOut">
              <a:rPr lang="en-GB" smtClean="0"/>
              <a:t>28/06/2026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E9FC58-D8B3-448E-910C-8523AF2275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4F90C1-B417-4805-9E24-EA69CA51B8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00CE6E-26F4-4769-87FF-DB912A94AFE2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306110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AF6E84-F6DC-44B9-A7B7-8CEB24B801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EEDF70E-87C3-44F4-AE38-220212F7296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9B2A94-8675-4372-8B20-5F741F81A3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E1CEA6-E804-4E60-8887-033D2CA99FE0}" type="datetimeFigureOut">
              <a:rPr lang="en-GB" smtClean="0"/>
              <a:t>28/06/2026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3C9C1AB-19C2-40E6-9A9A-29A471C3A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18186BA-3E31-46AA-8758-8027097EBF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00CE6E-26F4-4769-87FF-DB912A94AFE2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09726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0E9150-0201-4E38-95CE-A875DBD99A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AED897-FE61-447C-B2BC-1882B9806EC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4B31AD3-35AD-4FDB-803F-C56E2C0B4FD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067FC49-CE4F-4483-B398-E925EAE05C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E1CEA6-E804-4E60-8887-033D2CA99FE0}" type="datetimeFigureOut">
              <a:rPr lang="en-GB" smtClean="0"/>
              <a:t>28/06/2026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E9947A7-47B4-4B05-A3F0-4CDC511EB1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30EB177-B220-4004-B379-77AC6D9FDA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00CE6E-26F4-4769-87FF-DB912A94AFE2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750689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2D4458-2957-4DA8-949E-3BA6CFFEB8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AC06B55-0F4A-4629-9219-FD204857D65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D6749F9-B909-451B-9D63-4ABAA5BCCA4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F774F3C-D8EC-4DA2-A8BA-3ADC9C7BD12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CACB796-00D7-45A2-9E89-1DF85DB051B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A56D235-A2BA-4CD6-894A-86E5072CB9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E1CEA6-E804-4E60-8887-033D2CA99FE0}" type="datetimeFigureOut">
              <a:rPr lang="en-GB" smtClean="0"/>
              <a:t>28/06/2026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FAFAA63-A5DF-4260-972D-8A5A9F0D9F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956EFF1-4A54-4503-B88B-5E52607304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00CE6E-26F4-4769-87FF-DB912A94AFE2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040697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726887-9C47-422E-AB6C-74AE90DC58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E0F3F9D-FEFD-40DE-9C34-F827186AFD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E1CEA6-E804-4E60-8887-033D2CA99FE0}" type="datetimeFigureOut">
              <a:rPr lang="en-GB" smtClean="0"/>
              <a:t>28/06/2026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848882B-0F0A-4EA6-92BB-08BAD77C30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BAD0C2A-E7AD-49A2-B6AE-B77882279C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00CE6E-26F4-4769-87FF-DB912A94AFE2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095049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73AD312-9FE9-4B33-9CD6-FDBB4D88C4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E1CEA6-E804-4E60-8887-033D2CA99FE0}" type="datetimeFigureOut">
              <a:rPr lang="en-GB" smtClean="0"/>
              <a:t>28/06/2026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6947BA6-9A06-49AF-9EBC-A1162D1C06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91D9A7C-B1C7-4388-96F0-B963AB08E5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00CE6E-26F4-4769-87FF-DB912A94AFE2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7271595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7F9961-61E5-4436-9B24-1DDEC6FB34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9057CB-9D38-45FC-A68D-8F2A102CE6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26BD36C-8C96-4E38-B22E-E1E476713D3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7A78167-B152-4C56-B0C3-36BB5B5044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E1CEA6-E804-4E60-8887-033D2CA99FE0}" type="datetimeFigureOut">
              <a:rPr lang="en-GB" smtClean="0"/>
              <a:t>28/06/2026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7692E09-199F-4F49-8C7D-EC5D8BB6A6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47BC8F2-BDF5-4AB5-91F1-297E78B1CE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00CE6E-26F4-4769-87FF-DB912A94AFE2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2697357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2C3677-7E5C-4BB4-99F4-301CA98D77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A03BBFA-386A-4405-A9A5-A760D01711C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2230200-CB78-4C98-A49E-AF13AF68114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4AE44B9-8619-429F-BEB6-BD761341CA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E1CEA6-E804-4E60-8887-033D2CA99FE0}" type="datetimeFigureOut">
              <a:rPr lang="en-GB" smtClean="0"/>
              <a:t>28/06/2026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C781FE0-C376-4008-8574-974C308371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62C6546-0D22-4330-BE65-E63011E532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00CE6E-26F4-4769-87FF-DB912A94AFE2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497666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6DF8C7-66F4-4E52-A228-E17ED653B1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25B2E50-A05D-47DC-AA53-4260DFF85D8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3FED5C-5960-47A6-85C9-A190D9412C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E1CEA6-E804-4E60-8887-033D2CA99FE0}" type="datetimeFigureOut">
              <a:rPr lang="en-GB" smtClean="0"/>
              <a:t>28/06/2026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3942F30-508F-47F5-AFE0-073311054F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45B0C16-1727-4F15-BE7A-CE5B71B3DC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00CE6E-26F4-4769-87FF-DB912A94AFE2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383705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50A37F3-8CD2-4836-8B34-7367069085F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4D6BAB4-9C01-48FC-B06A-95EE4DC3910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6185D5-1915-443E-9952-8F75FD5BFE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E1CEA6-E804-4E60-8887-033D2CA99FE0}" type="datetimeFigureOut">
              <a:rPr lang="en-GB" smtClean="0"/>
              <a:t>28/06/2026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2DFDAC-BF10-4F8F-9A6A-6258C07892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FB40E80-D00B-4649-9109-C37A06886B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00CE6E-26F4-4769-87FF-DB912A94AFE2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617261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7284DE8-7F13-4C10-AAC0-4ACFAA903F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BF1A614-0C68-4011-AEA5-98ABADD7B81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4FDA988-A43F-4AA8-8C93-B2D5F65AC85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8E1CEA6-E804-4E60-8887-033D2CA99FE0}" type="datetimeFigureOut">
              <a:rPr lang="en-GB" smtClean="0"/>
              <a:t>28/06/2026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3EB550-70E9-49A7-807B-E500FEF869D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32F4B6-AB59-4997-AB2D-01FABBCC47A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100CE6E-26F4-4769-87FF-DB912A94AFE2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34663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adweb-a4e0c.web.app/" TargetMode="External"/><Relationship Id="rId2" Type="http://schemas.openxmlformats.org/officeDocument/2006/relationships/hyperlink" Target="https://github.com/SSmits2404/jeroen-en-sander-adweb" TargetMode="Externa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hyperlink" Target="https://react.dev/learn/thinking-in-react" TargetMode="Externa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44CF94-3A28-4D0F-B3AC-5D5D86B6464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nl-NL" dirty="0"/>
              <a:t>Assessment ADWEB</a:t>
            </a:r>
            <a:br>
              <a:rPr lang="nl-NL" dirty="0"/>
            </a:br>
            <a:r>
              <a:rPr lang="nl-NL" sz="4400" dirty="0"/>
              <a:t>2526</a:t>
            </a:r>
            <a:br>
              <a:rPr lang="nl-NL" sz="4400" dirty="0"/>
            </a:br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7BBEA82-ADD4-492E-B325-4114CBBC96F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lnSpcReduction="10000"/>
          </a:bodyPr>
          <a:lstStyle/>
          <a:p>
            <a:r>
              <a:rPr lang="nl-NL" dirty="0"/>
              <a:t>Jeroen Verlinde</a:t>
            </a:r>
          </a:p>
          <a:p>
            <a:r>
              <a:rPr lang="nl-NL" dirty="0"/>
              <a:t>2182909</a:t>
            </a:r>
          </a:p>
          <a:p>
            <a:r>
              <a:rPr lang="nl-NL" dirty="0"/>
              <a:t>Sander Smits</a:t>
            </a:r>
          </a:p>
          <a:p>
            <a:r>
              <a:rPr lang="en-GB" dirty="0"/>
              <a:t>2188553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01972663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3EF401-A35C-4D7E-8424-A3566DF6CD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Gemaakte werk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3B74B7-4D4E-49B8-A423-2F29045E92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nl-NL" dirty="0"/>
              <a:t>Link naar </a:t>
            </a:r>
            <a:r>
              <a:rPr lang="nl-NL" dirty="0" err="1"/>
              <a:t>Github</a:t>
            </a:r>
            <a:r>
              <a:rPr lang="nl-NL" dirty="0"/>
              <a:t> </a:t>
            </a:r>
            <a:r>
              <a:rPr lang="nl-NL" dirty="0" err="1"/>
              <a:t>repo</a:t>
            </a:r>
            <a:endParaRPr lang="nl-NL" dirty="0"/>
          </a:p>
          <a:p>
            <a:r>
              <a:rPr lang="nl-NL" dirty="0">
                <a:hlinkClick r:id="rId2"/>
              </a:rPr>
              <a:t>https://github.com/SSmits2404/jeroen-en-sander-adweb</a:t>
            </a:r>
            <a:endParaRPr lang="nl-NL" dirty="0"/>
          </a:p>
          <a:p>
            <a:endParaRPr lang="nl-NL" dirty="0"/>
          </a:p>
          <a:p>
            <a:pPr marL="0" indent="0">
              <a:buNone/>
            </a:pPr>
            <a:r>
              <a:rPr lang="nl-NL" dirty="0"/>
              <a:t>Link naar Hosting</a:t>
            </a:r>
          </a:p>
          <a:p>
            <a:r>
              <a:rPr lang="en-GB" dirty="0">
                <a:hlinkClick r:id="rId3" tooltip="https://adweb-a4e0c.web.app/"/>
              </a:rPr>
              <a:t>https://adweb-a4e0c.web.app/</a:t>
            </a:r>
            <a:r>
              <a:rPr lang="en-GB" dirty="0"/>
              <a:t> </a:t>
            </a:r>
            <a:br>
              <a:rPr lang="en-GB" dirty="0"/>
            </a:b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14086660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7356CC-A6DD-422C-A8EF-A8B2AB8D0F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nl-NL" dirty="0"/>
              <a:t>Criteria 1: De applicatie werkt zonder fouten en er is nagedacht over gebruiksvriendelijkheid</a:t>
            </a:r>
            <a:endParaRPr lang="en-GB" dirty="0"/>
          </a:p>
        </p:txBody>
      </p:sp>
      <p:pic>
        <p:nvPicPr>
          <p:cNvPr id="5" name="Tijdelijke aanduiding voor inhoud 4">
            <a:extLst>
              <a:ext uri="{FF2B5EF4-FFF2-40B4-BE49-F238E27FC236}">
                <a16:creationId xmlns:a16="http://schemas.microsoft.com/office/drawing/2014/main" id="{48A706C0-A17C-5CE4-6823-781B0C50051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115856" y="1825625"/>
            <a:ext cx="7960287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974380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8761DDFE-071F-4200-B0AA-394476C2D2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8862388-CF44-4816-80ED-6C93BAC7DF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8" y="547815"/>
            <a:ext cx="5167185" cy="1680519"/>
          </a:xfrm>
        </p:spPr>
        <p:txBody>
          <a:bodyPr>
            <a:normAutofit/>
          </a:bodyPr>
          <a:lstStyle/>
          <a:p>
            <a:r>
              <a:rPr lang="nl-NL" sz="3700"/>
              <a:t>Criteria 2: De applicatie werkt volledig real-time op basis van RXJS. </a:t>
            </a:r>
            <a:endParaRPr lang="en-GB" sz="3700"/>
          </a:p>
        </p:txBody>
      </p:sp>
      <p:pic>
        <p:nvPicPr>
          <p:cNvPr id="5" name="Tijdelijke aanduiding voor inhoud 4">
            <a:extLst>
              <a:ext uri="{FF2B5EF4-FFF2-40B4-BE49-F238E27FC236}">
                <a16:creationId xmlns:a16="http://schemas.microsoft.com/office/drawing/2014/main" id="{4833FCF1-1742-A4FF-9782-D53E8FE719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3855" y="2421924"/>
            <a:ext cx="3875870" cy="3711146"/>
          </a:xfrm>
          <a:prstGeom prst="rect">
            <a:avLst/>
          </a:prstGeom>
        </p:spPr>
      </p:pic>
      <p:pic>
        <p:nvPicPr>
          <p:cNvPr id="7" name="Afbeelding 6">
            <a:extLst>
              <a:ext uri="{FF2B5EF4-FFF2-40B4-BE49-F238E27FC236}">
                <a16:creationId xmlns:a16="http://schemas.microsoft.com/office/drawing/2014/main" id="{4CB1A422-EAE7-F7C1-B328-CDCF2D9C60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55679" y="3384973"/>
            <a:ext cx="5978523" cy="18234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37686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78C5D8-6CBD-4261-BD14-7A74835B4C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765232"/>
          </a:xfrm>
        </p:spPr>
        <p:txBody>
          <a:bodyPr>
            <a:normAutofit fontScale="90000"/>
          </a:bodyPr>
          <a:lstStyle/>
          <a:p>
            <a:r>
              <a:rPr lang="nl-NL" dirty="0"/>
              <a:t>Criteria 3: De applicatie is zo ingericht dat hij voldoet aan </a:t>
            </a:r>
            <a:r>
              <a:rPr lang="nl-NL" dirty="0" err="1"/>
              <a:t>Seperation</a:t>
            </a:r>
            <a:r>
              <a:rPr lang="nl-NL" dirty="0"/>
              <a:t> of Concern en de student kan dit onderbouwen met bronvermelding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AB2B54-9CA7-4033-9C5F-6963DF580B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441643"/>
            <a:ext cx="10515600" cy="3735320"/>
          </a:xfrm>
        </p:spPr>
        <p:txBody>
          <a:bodyPr/>
          <a:lstStyle/>
          <a:p>
            <a:pPr marL="0" indent="0">
              <a:buNone/>
            </a:pPr>
            <a:r>
              <a:rPr lang="nl-NL" dirty="0"/>
              <a:t>&lt;&lt;Code </a:t>
            </a:r>
            <a:r>
              <a:rPr lang="nl-NL" dirty="0" err="1"/>
              <a:t>snippet</a:t>
            </a:r>
            <a:r>
              <a:rPr lang="nl-NL" dirty="0"/>
              <a:t> component&gt;&gt;</a:t>
            </a:r>
          </a:p>
          <a:p>
            <a:pPr marL="0" indent="0">
              <a:buNone/>
            </a:pPr>
            <a:r>
              <a:rPr lang="nl-NL" dirty="0"/>
              <a:t>&lt;&lt;Afbeelding indeling project&gt;&gt;</a:t>
            </a:r>
          </a:p>
          <a:p>
            <a:pPr marL="0" indent="0">
              <a:buNone/>
            </a:pPr>
            <a:endParaRPr lang="nl-NL" dirty="0"/>
          </a:p>
          <a:p>
            <a:pPr marL="0" indent="0">
              <a:buNone/>
            </a:pPr>
            <a:endParaRPr lang="nl-NL" dirty="0"/>
          </a:p>
          <a:p>
            <a:pPr marL="0" indent="0">
              <a:buNone/>
            </a:pPr>
            <a:endParaRPr lang="nl-NL" dirty="0"/>
          </a:p>
          <a:p>
            <a:pPr marL="0" indent="0">
              <a:buNone/>
            </a:pPr>
            <a:endParaRPr lang="nl-NL" dirty="0"/>
          </a:p>
          <a:p>
            <a:pPr marL="0" indent="0">
              <a:buNone/>
            </a:pPr>
            <a:r>
              <a:rPr lang="nl-NL" dirty="0">
                <a:hlinkClick r:id="rId2"/>
              </a:rPr>
              <a:t>https://react.dev/learn/thinking-in-react</a:t>
            </a:r>
            <a:r>
              <a:rPr lang="nl-NL" dirty="0"/>
              <a:t> 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94821542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99ED5833-B85B-4103-8A3B-CAB0308E6C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EB44987-1B67-4570-B63C-3CC5684C8A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98181" y="560881"/>
            <a:ext cx="9795638" cy="1114380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/>
              <a:t>Criteria 4: Er zijn werkende Test aanwezig met een goede code coverage</a:t>
            </a:r>
          </a:p>
        </p:txBody>
      </p:sp>
      <p:pic>
        <p:nvPicPr>
          <p:cNvPr id="9" name="Afbeelding 8">
            <a:extLst>
              <a:ext uri="{FF2B5EF4-FFF2-40B4-BE49-F238E27FC236}">
                <a16:creationId xmlns:a16="http://schemas.microsoft.com/office/drawing/2014/main" id="{090AEADD-6069-6D00-FAEF-CA36903A88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2654" y="2333549"/>
            <a:ext cx="4671167" cy="3970492"/>
          </a:xfrm>
          <a:prstGeom prst="rect">
            <a:avLst/>
          </a:prstGeom>
        </p:spPr>
      </p:pic>
      <p:pic>
        <p:nvPicPr>
          <p:cNvPr id="7" name="Afbeelding 6">
            <a:extLst>
              <a:ext uri="{FF2B5EF4-FFF2-40B4-BE49-F238E27FC236}">
                <a16:creationId xmlns:a16="http://schemas.microsoft.com/office/drawing/2014/main" id="{298FACFB-2D52-67F7-9E66-89E31E18C02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18567" y="2662733"/>
            <a:ext cx="6792200" cy="34470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92807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1C7A62-31E8-A771-9491-036FDC395B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A920A8-6485-EEAC-CB0F-498E4DB91D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dirty="0"/>
              <a:t>Criteria 4: Er zijn werkende Test aanwezig met een goede code </a:t>
            </a:r>
            <a:r>
              <a:rPr lang="nl-NL" dirty="0" err="1"/>
              <a:t>coverage</a:t>
            </a:r>
            <a:r>
              <a:rPr lang="nl-NL" dirty="0"/>
              <a:t> (</a:t>
            </a:r>
            <a:r>
              <a:rPr lang="nl-NL" dirty="0" err="1"/>
              <a:t>pt</a:t>
            </a:r>
            <a:r>
              <a:rPr lang="nl-NL" dirty="0"/>
              <a:t> 2)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68837F-8D17-2361-6BFE-E5FF811EAF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nl-NL" dirty="0"/>
              <a:t>&lt;&lt;Code </a:t>
            </a:r>
            <a:r>
              <a:rPr lang="nl-NL" dirty="0" err="1"/>
              <a:t>snippet</a:t>
            </a:r>
            <a:r>
              <a:rPr lang="nl-NL" dirty="0"/>
              <a:t> </a:t>
            </a:r>
            <a:r>
              <a:rPr lang="nl-NL" dirty="0" err="1"/>
              <a:t>mocking</a:t>
            </a:r>
            <a:r>
              <a:rPr lang="nl-NL" dirty="0"/>
              <a:t>&gt;&gt;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07387007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CBA51F-BB7E-4814-A759-995545DA7E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Criteria 5: </a:t>
            </a:r>
            <a:r>
              <a:rPr lang="en-GB" dirty="0"/>
              <a:t>De </a:t>
            </a:r>
            <a:r>
              <a:rPr lang="en-GB" dirty="0" err="1"/>
              <a:t>applicatie</a:t>
            </a:r>
            <a:r>
              <a:rPr lang="en-GB" dirty="0"/>
              <a:t> </a:t>
            </a:r>
            <a:r>
              <a:rPr lang="en-GB" dirty="0" err="1"/>
              <a:t>bevat</a:t>
            </a:r>
            <a:r>
              <a:rPr lang="en-GB" dirty="0"/>
              <a:t> extra 'nice-2-have' features. </a:t>
            </a:r>
          </a:p>
        </p:txBody>
      </p:sp>
      <p:pic>
        <p:nvPicPr>
          <p:cNvPr id="5" name="Tijdelijke aanduiding voor inhoud 4">
            <a:extLst>
              <a:ext uri="{FF2B5EF4-FFF2-40B4-BE49-F238E27FC236}">
                <a16:creationId xmlns:a16="http://schemas.microsoft.com/office/drawing/2014/main" id="{B6F0976F-2611-E7E0-4876-8755820D2F6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59124" y="1752473"/>
            <a:ext cx="5226263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835100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34</TotalTime>
  <Words>153</Words>
  <Application>Microsoft Office PowerPoint</Application>
  <PresentationFormat>Breedbeeld</PresentationFormat>
  <Paragraphs>25</Paragraphs>
  <Slides>8</Slides>
  <Notes>0</Notes>
  <HiddenSlides>0</HiddenSlides>
  <MMClips>0</MMClips>
  <ScaleCrop>false</ScaleCrop>
  <HeadingPairs>
    <vt:vector size="6" baseType="variant">
      <vt:variant>
        <vt:lpstr>Gebruikte lettertypen</vt:lpstr>
      </vt:variant>
      <vt:variant>
        <vt:i4>3</vt:i4>
      </vt:variant>
      <vt:variant>
        <vt:lpstr>Thema</vt:lpstr>
      </vt:variant>
      <vt:variant>
        <vt:i4>1</vt:i4>
      </vt:variant>
      <vt:variant>
        <vt:lpstr>Diatitels</vt:lpstr>
      </vt:variant>
      <vt:variant>
        <vt:i4>8</vt:i4>
      </vt:variant>
    </vt:vector>
  </HeadingPairs>
  <TitlesOfParts>
    <vt:vector size="12" baseType="lpstr">
      <vt:lpstr>Arial</vt:lpstr>
      <vt:lpstr>Calibri</vt:lpstr>
      <vt:lpstr>Calibri Light</vt:lpstr>
      <vt:lpstr>Office Theme</vt:lpstr>
      <vt:lpstr>Assessment ADWEB 2526 </vt:lpstr>
      <vt:lpstr>Gemaakte werk</vt:lpstr>
      <vt:lpstr>Criteria 1: De applicatie werkt zonder fouten en er is nagedacht over gebruiksvriendelijkheid</vt:lpstr>
      <vt:lpstr>Criteria 2: De applicatie werkt volledig real-time op basis van RXJS. </vt:lpstr>
      <vt:lpstr>Criteria 3: De applicatie is zo ingericht dat hij voldoet aan Seperation of Concern en de student kan dit onderbouwen met bronvermelding</vt:lpstr>
      <vt:lpstr>Criteria 4: Er zijn werkende Test aanwezig met een goede code coverage</vt:lpstr>
      <vt:lpstr>Criteria 4: Er zijn werkende Test aanwezig met een goede code coverage (pt 2)</vt:lpstr>
      <vt:lpstr>Criteria 5: De applicatie bevat extra 'nice-2-have' features.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Assessment ADWEB 2122 </dc:title>
  <dc:creator>Stijn Smulders</dc:creator>
  <cp:lastModifiedBy>Jeroen Verlinde</cp:lastModifiedBy>
  <cp:revision>4</cp:revision>
  <dcterms:created xsi:type="dcterms:W3CDTF">2022-05-11T12:36:22Z</dcterms:created>
  <dcterms:modified xsi:type="dcterms:W3CDTF">2026-06-28T20:38:20Z</dcterms:modified>
</cp:coreProperties>
</file>