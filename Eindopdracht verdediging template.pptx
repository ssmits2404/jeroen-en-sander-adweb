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3" r:id="rId8"/>
    <p:sldId id="262"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52" y="4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ijn Smulders" userId="8c8a8852-2ce2-4008-a644-24f4fa381489" providerId="ADAL" clId="{2E1DB853-4E5B-4ABB-8386-308287E261AE}"/>
    <pc:docChg chg="undo redo custSel addSld modSld">
      <pc:chgData name="Stijn Smulders" userId="8c8a8852-2ce2-4008-a644-24f4fa381489" providerId="ADAL" clId="{2E1DB853-4E5B-4ABB-8386-308287E261AE}" dt="2022-05-11T12:51:21.370" v="701" actId="20577"/>
      <pc:docMkLst>
        <pc:docMk/>
      </pc:docMkLst>
      <pc:sldChg chg="modSp new mod">
        <pc:chgData name="Stijn Smulders" userId="8c8a8852-2ce2-4008-a644-24f4fa381489" providerId="ADAL" clId="{2E1DB853-4E5B-4ABB-8386-308287E261AE}" dt="2022-05-11T12:47:49.681" v="209" actId="20577"/>
        <pc:sldMkLst>
          <pc:docMk/>
          <pc:sldMk cId="3019726639" sldId="256"/>
        </pc:sldMkLst>
        <pc:spChg chg="mod">
          <ac:chgData name="Stijn Smulders" userId="8c8a8852-2ce2-4008-a644-24f4fa381489" providerId="ADAL" clId="{2E1DB853-4E5B-4ABB-8386-308287E261AE}" dt="2022-05-11T12:47:49.681" v="209" actId="20577"/>
          <ac:spMkLst>
            <pc:docMk/>
            <pc:sldMk cId="3019726639" sldId="256"/>
            <ac:spMk id="2" creationId="{7744CF94-3A28-4D0F-B3AC-5D5D86B64642}"/>
          </ac:spMkLst>
        </pc:spChg>
        <pc:spChg chg="mod">
          <ac:chgData name="Stijn Smulders" userId="8c8a8852-2ce2-4008-a644-24f4fa381489" providerId="ADAL" clId="{2E1DB853-4E5B-4ABB-8386-308287E261AE}" dt="2022-05-11T12:45:39.723" v="90" actId="20577"/>
          <ac:spMkLst>
            <pc:docMk/>
            <pc:sldMk cId="3019726639" sldId="256"/>
            <ac:spMk id="3" creationId="{97BBEA82-ADD4-492E-B325-4114CBBC96F5}"/>
          </ac:spMkLst>
        </pc:spChg>
      </pc:sldChg>
      <pc:sldChg chg="modSp new mod">
        <pc:chgData name="Stijn Smulders" userId="8c8a8852-2ce2-4008-a644-24f4fa381489" providerId="ADAL" clId="{2E1DB853-4E5B-4ABB-8386-308287E261AE}" dt="2022-05-11T12:47:32.609" v="197" actId="20577"/>
        <pc:sldMkLst>
          <pc:docMk/>
          <pc:sldMk cId="1140866603" sldId="257"/>
        </pc:sldMkLst>
        <pc:spChg chg="mod">
          <ac:chgData name="Stijn Smulders" userId="8c8a8852-2ce2-4008-a644-24f4fa381489" providerId="ADAL" clId="{2E1DB853-4E5B-4ABB-8386-308287E261AE}" dt="2022-05-11T12:45:47.626" v="104" actId="20577"/>
          <ac:spMkLst>
            <pc:docMk/>
            <pc:sldMk cId="1140866603" sldId="257"/>
            <ac:spMk id="2" creationId="{723EF401-A35C-4D7E-8424-A3566DF6CD84}"/>
          </ac:spMkLst>
        </pc:spChg>
        <pc:spChg chg="mod">
          <ac:chgData name="Stijn Smulders" userId="8c8a8852-2ce2-4008-a644-24f4fa381489" providerId="ADAL" clId="{2E1DB853-4E5B-4ABB-8386-308287E261AE}" dt="2022-05-11T12:47:32.609" v="197" actId="20577"/>
          <ac:spMkLst>
            <pc:docMk/>
            <pc:sldMk cId="1140866603" sldId="257"/>
            <ac:spMk id="3" creationId="{013B74B7-4D4E-49B8-A423-2F29045E923B}"/>
          </ac:spMkLst>
        </pc:spChg>
      </pc:sldChg>
      <pc:sldChg chg="modSp new mod">
        <pc:chgData name="Stijn Smulders" userId="8c8a8852-2ce2-4008-a644-24f4fa381489" providerId="ADAL" clId="{2E1DB853-4E5B-4ABB-8386-308287E261AE}" dt="2022-05-11T12:49:55.561" v="397" actId="5793"/>
        <pc:sldMkLst>
          <pc:docMk/>
          <pc:sldMk cId="2379743803" sldId="258"/>
        </pc:sldMkLst>
        <pc:spChg chg="mod">
          <ac:chgData name="Stijn Smulders" userId="8c8a8852-2ce2-4008-a644-24f4fa381489" providerId="ADAL" clId="{2E1DB853-4E5B-4ABB-8386-308287E261AE}" dt="2022-05-11T12:48:25.002" v="246" actId="6549"/>
          <ac:spMkLst>
            <pc:docMk/>
            <pc:sldMk cId="2379743803" sldId="258"/>
            <ac:spMk id="2" creationId="{107356CC-A6DD-422C-A8EF-A8B2AB8D0FB6}"/>
          </ac:spMkLst>
        </pc:spChg>
        <pc:spChg chg="mod">
          <ac:chgData name="Stijn Smulders" userId="8c8a8852-2ce2-4008-a644-24f4fa381489" providerId="ADAL" clId="{2E1DB853-4E5B-4ABB-8386-308287E261AE}" dt="2022-05-11T12:49:55.561" v="397" actId="5793"/>
          <ac:spMkLst>
            <pc:docMk/>
            <pc:sldMk cId="2379743803" sldId="258"/>
            <ac:spMk id="3" creationId="{31F12DCC-A942-4833-AA60-85F934F1B070}"/>
          </ac:spMkLst>
        </pc:spChg>
      </pc:sldChg>
      <pc:sldChg chg="modSp new mod">
        <pc:chgData name="Stijn Smulders" userId="8c8a8852-2ce2-4008-a644-24f4fa381489" providerId="ADAL" clId="{2E1DB853-4E5B-4ABB-8386-308287E261AE}" dt="2022-05-11T12:50:09.708" v="438" actId="20577"/>
        <pc:sldMkLst>
          <pc:docMk/>
          <pc:sldMk cId="1683768685" sldId="259"/>
        </pc:sldMkLst>
        <pc:spChg chg="mod">
          <ac:chgData name="Stijn Smulders" userId="8c8a8852-2ce2-4008-a644-24f4fa381489" providerId="ADAL" clId="{2E1DB853-4E5B-4ABB-8386-308287E261AE}" dt="2022-05-11T12:48:43.386" v="273" actId="27636"/>
          <ac:spMkLst>
            <pc:docMk/>
            <pc:sldMk cId="1683768685" sldId="259"/>
            <ac:spMk id="2" creationId="{68862388-CF44-4816-80ED-6C93BAC7DF84}"/>
          </ac:spMkLst>
        </pc:spChg>
        <pc:spChg chg="mod">
          <ac:chgData name="Stijn Smulders" userId="8c8a8852-2ce2-4008-a644-24f4fa381489" providerId="ADAL" clId="{2E1DB853-4E5B-4ABB-8386-308287E261AE}" dt="2022-05-11T12:50:09.708" v="438" actId="20577"/>
          <ac:spMkLst>
            <pc:docMk/>
            <pc:sldMk cId="1683768685" sldId="259"/>
            <ac:spMk id="3" creationId="{4E797A3F-D95D-4093-8A11-CDE2910E408A}"/>
          </ac:spMkLst>
        </pc:spChg>
      </pc:sldChg>
      <pc:sldChg chg="modSp new mod">
        <pc:chgData name="Stijn Smulders" userId="8c8a8852-2ce2-4008-a644-24f4fa381489" providerId="ADAL" clId="{2E1DB853-4E5B-4ABB-8386-308287E261AE}" dt="2022-05-11T12:50:36.203" v="566" actId="20577"/>
        <pc:sldMkLst>
          <pc:docMk/>
          <pc:sldMk cId="948215428" sldId="260"/>
        </pc:sldMkLst>
        <pc:spChg chg="mod">
          <ac:chgData name="Stijn Smulders" userId="8c8a8852-2ce2-4008-a644-24f4fa381489" providerId="ADAL" clId="{2E1DB853-4E5B-4ABB-8386-308287E261AE}" dt="2022-05-11T12:49:04.032" v="296" actId="14100"/>
          <ac:spMkLst>
            <pc:docMk/>
            <pc:sldMk cId="948215428" sldId="260"/>
            <ac:spMk id="2" creationId="{0978C5D8-6CBD-4261-BD14-7A74835B4CEF}"/>
          </ac:spMkLst>
        </pc:spChg>
        <pc:spChg chg="mod">
          <ac:chgData name="Stijn Smulders" userId="8c8a8852-2ce2-4008-a644-24f4fa381489" providerId="ADAL" clId="{2E1DB853-4E5B-4ABB-8386-308287E261AE}" dt="2022-05-11T12:50:36.203" v="566" actId="20577"/>
          <ac:spMkLst>
            <pc:docMk/>
            <pc:sldMk cId="948215428" sldId="260"/>
            <ac:spMk id="3" creationId="{40AB2B54-9CA7-4033-9C5F-6963DF580BC2}"/>
          </ac:spMkLst>
        </pc:spChg>
      </pc:sldChg>
      <pc:sldChg chg="modSp new mod">
        <pc:chgData name="Stijn Smulders" userId="8c8a8852-2ce2-4008-a644-24f4fa381489" providerId="ADAL" clId="{2E1DB853-4E5B-4ABB-8386-308287E261AE}" dt="2022-05-11T12:50:56.012" v="648" actId="20577"/>
        <pc:sldMkLst>
          <pc:docMk/>
          <pc:sldMk cId="237928070" sldId="261"/>
        </pc:sldMkLst>
        <pc:spChg chg="mod">
          <ac:chgData name="Stijn Smulders" userId="8c8a8852-2ce2-4008-a644-24f4fa381489" providerId="ADAL" clId="{2E1DB853-4E5B-4ABB-8386-308287E261AE}" dt="2022-05-11T12:49:21.993" v="328" actId="27636"/>
          <ac:spMkLst>
            <pc:docMk/>
            <pc:sldMk cId="237928070" sldId="261"/>
            <ac:spMk id="2" creationId="{7EB44987-1B67-4570-B63C-3CC5684C8A87}"/>
          </ac:spMkLst>
        </pc:spChg>
        <pc:spChg chg="mod">
          <ac:chgData name="Stijn Smulders" userId="8c8a8852-2ce2-4008-a644-24f4fa381489" providerId="ADAL" clId="{2E1DB853-4E5B-4ABB-8386-308287E261AE}" dt="2022-05-11T12:50:56.012" v="648" actId="20577"/>
          <ac:spMkLst>
            <pc:docMk/>
            <pc:sldMk cId="237928070" sldId="261"/>
            <ac:spMk id="3" creationId="{C46654D1-D00F-4CCD-8E51-F3BD85852739}"/>
          </ac:spMkLst>
        </pc:spChg>
      </pc:sldChg>
      <pc:sldChg chg="modSp new mod">
        <pc:chgData name="Stijn Smulders" userId="8c8a8852-2ce2-4008-a644-24f4fa381489" providerId="ADAL" clId="{2E1DB853-4E5B-4ABB-8386-308287E261AE}" dt="2022-05-11T12:51:21.370" v="701" actId="20577"/>
        <pc:sldMkLst>
          <pc:docMk/>
          <pc:sldMk cId="888351002" sldId="262"/>
        </pc:sldMkLst>
        <pc:spChg chg="mod">
          <ac:chgData name="Stijn Smulders" userId="8c8a8852-2ce2-4008-a644-24f4fa381489" providerId="ADAL" clId="{2E1DB853-4E5B-4ABB-8386-308287E261AE}" dt="2022-05-11T12:51:08.083" v="672"/>
          <ac:spMkLst>
            <pc:docMk/>
            <pc:sldMk cId="888351002" sldId="262"/>
            <ac:spMk id="2" creationId="{E4CBA51F-BB7E-4814-A759-995545DA7EF1}"/>
          </ac:spMkLst>
        </pc:spChg>
        <pc:spChg chg="mod">
          <ac:chgData name="Stijn Smulders" userId="8c8a8852-2ce2-4008-a644-24f4fa381489" providerId="ADAL" clId="{2E1DB853-4E5B-4ABB-8386-308287E261AE}" dt="2022-05-11T12:51:21.370" v="701" actId="20577"/>
          <ac:spMkLst>
            <pc:docMk/>
            <pc:sldMk cId="888351002" sldId="262"/>
            <ac:spMk id="3" creationId="{9A326746-9FE6-479C-86E7-1B161859E5F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F2811-F8FA-4651-9469-5122620168C7}" type="datetimeFigureOut">
              <a:rPr lang="en-GB" smtClean="0"/>
              <a:t>28/06/2026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4BD87B-EBE3-4E5E-A069-463D584D2530}" type="slidenum">
              <a:rPr lang="en-GB" smtClean="0"/>
              <a:t>‹nr.›</a:t>
            </a:fld>
            <a:endParaRPr lang="en-GB"/>
          </a:p>
        </p:txBody>
      </p:sp>
    </p:spTree>
    <p:extLst>
      <p:ext uri="{BB962C8B-B14F-4D97-AF65-F5344CB8AC3E}">
        <p14:creationId xmlns:p14="http://schemas.microsoft.com/office/powerpoint/2010/main" val="5475754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De applicatie maakt gebruik van een op abonnementen gebaseerde dataflow in plaats van eenmalige ophalingen. Categorieën en transacties worden opgehaald via realtime </a:t>
            </a:r>
            <a:r>
              <a:rPr lang="nl-NL" dirty="0" err="1"/>
              <a:t>listeners</a:t>
            </a:r>
            <a:r>
              <a:rPr lang="nl-NL" dirty="0"/>
              <a:t> die actief blijven zolang de component is geladen. Dit zorgt ervoor dat elke wijziging in </a:t>
            </a:r>
            <a:r>
              <a:rPr lang="nl-NL" dirty="0" err="1"/>
              <a:t>Firestore</a:t>
            </a:r>
            <a:r>
              <a:rPr lang="nl-NL" dirty="0"/>
              <a:t> direct wordt weergegeven in de gebruikersinterface zonder dat handmatige vernieuwingen nodig </a:t>
            </a:r>
            <a:r>
              <a:rPr lang="nl-NL" dirty="0" err="1"/>
              <a:t>zijn.Elk</a:t>
            </a:r>
            <a:r>
              <a:rPr lang="nl-NL" dirty="0"/>
              <a:t> abonnement retourneert een functie voor het opzeggen van het abonnement, die wordt uitgevoerd wanneer de component wordt verwijderd. Dit voorkomt geheugenlekken en zorgt ervoor dat </a:t>
            </a:r>
            <a:r>
              <a:rPr lang="nl-NL" dirty="0" err="1"/>
              <a:t>listeners</a:t>
            </a:r>
            <a:r>
              <a:rPr lang="nl-NL" dirty="0"/>
              <a:t> correct worden opgeruimd wanneer de gebruiker navigeert tussen budgetboeken of </a:t>
            </a:r>
            <a:r>
              <a:rPr lang="nl-NL" dirty="0" err="1"/>
              <a:t>pagina's.Deze</a:t>
            </a:r>
            <a:r>
              <a:rPr lang="nl-NL" dirty="0"/>
              <a:t> aanpak garandeert dat alle weergegeven financiële gegevens continu gesynchroniseerd blijven met de backend-status.</a:t>
            </a:r>
            <a:endParaRPr lang="en-GB" dirty="0"/>
          </a:p>
        </p:txBody>
      </p:sp>
      <p:sp>
        <p:nvSpPr>
          <p:cNvPr id="4" name="Tijdelijke aanduiding voor dianummer 3"/>
          <p:cNvSpPr>
            <a:spLocks noGrp="1"/>
          </p:cNvSpPr>
          <p:nvPr>
            <p:ph type="sldNum" sz="quarter" idx="5"/>
          </p:nvPr>
        </p:nvSpPr>
        <p:spPr/>
        <p:txBody>
          <a:bodyPr/>
          <a:lstStyle/>
          <a:p>
            <a:fld id="{A44BD87B-EBE3-4E5E-A069-463D584D2530}" type="slidenum">
              <a:rPr lang="en-GB" smtClean="0"/>
              <a:t>4</a:t>
            </a:fld>
            <a:endParaRPr lang="en-GB"/>
          </a:p>
        </p:txBody>
      </p:sp>
    </p:spTree>
    <p:extLst>
      <p:ext uri="{BB962C8B-B14F-4D97-AF65-F5344CB8AC3E}">
        <p14:creationId xmlns:p14="http://schemas.microsoft.com/office/powerpoint/2010/main" val="3013676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De architectuur is opgedeeld in drie lagen: UI-componenten, </a:t>
            </a:r>
            <a:r>
              <a:rPr lang="nl-NL" dirty="0" err="1"/>
              <a:t>servicelaag</a:t>
            </a:r>
            <a:r>
              <a:rPr lang="nl-NL" dirty="0"/>
              <a:t> en applicatiestatus. Elke laag heeft één specifieke verantwoordelijkheid. Componenten zijn alleen verantwoordelijk voor de weergave en gebruikersinteractie, terwijl services alle communicatie met </a:t>
            </a:r>
            <a:r>
              <a:rPr lang="nl-NL" dirty="0" err="1"/>
              <a:t>Firebase</a:t>
            </a:r>
            <a:r>
              <a:rPr lang="nl-NL" dirty="0"/>
              <a:t> afhandelen. De applicatiestatus biedt gedeelde contextinformatie, zoals het actieve budgetboek en de </a:t>
            </a:r>
            <a:r>
              <a:rPr lang="nl-NL" dirty="0" err="1"/>
              <a:t>gebruikersidentiteit.Deze</a:t>
            </a:r>
            <a:r>
              <a:rPr lang="nl-NL" dirty="0"/>
              <a:t> scheiding zorgt ervoor dat UI-componenten onafhankelijk blijven van de gegevensbron, waardoor het systeem gemakkelijker te testen, te onderhouden en uit te breiden is. Elk abonnement retourneert een functie voor het opzeggen van het abonnement, die wordt uitgevoerd wanneer een component wordt verwijderd. Dit voorkomt geheugenlekken en zorgt ervoor dat </a:t>
            </a:r>
            <a:r>
              <a:rPr lang="nl-NL" dirty="0" err="1"/>
              <a:t>listeners</a:t>
            </a:r>
            <a:r>
              <a:rPr lang="nl-NL" dirty="0"/>
              <a:t> correct worden opgeruimd wanneer de gebruiker tussen budgetboeken of pagina's </a:t>
            </a:r>
            <a:r>
              <a:rPr lang="nl-NL" dirty="0" err="1"/>
              <a:t>navigeert.Deze</a:t>
            </a:r>
            <a:r>
              <a:rPr lang="nl-NL" dirty="0"/>
              <a:t> aanpak garandeert dat alle weergegeven financiële gegevens continu gesynchroniseerd blijven met de </a:t>
            </a:r>
            <a:r>
              <a:rPr lang="nl-NL" dirty="0" err="1"/>
              <a:t>backendstatus</a:t>
            </a:r>
            <a:r>
              <a:rPr lang="nl-NL" dirty="0"/>
              <a:t>.</a:t>
            </a:r>
            <a:endParaRPr lang="en-GB" dirty="0"/>
          </a:p>
        </p:txBody>
      </p:sp>
      <p:sp>
        <p:nvSpPr>
          <p:cNvPr id="4" name="Tijdelijke aanduiding voor dianummer 3"/>
          <p:cNvSpPr>
            <a:spLocks noGrp="1"/>
          </p:cNvSpPr>
          <p:nvPr>
            <p:ph type="sldNum" sz="quarter" idx="5"/>
          </p:nvPr>
        </p:nvSpPr>
        <p:spPr/>
        <p:txBody>
          <a:bodyPr/>
          <a:lstStyle/>
          <a:p>
            <a:fld id="{A44BD87B-EBE3-4E5E-A069-463D584D2530}" type="slidenum">
              <a:rPr lang="en-GB" smtClean="0"/>
              <a:t>5</a:t>
            </a:fld>
            <a:endParaRPr lang="en-GB"/>
          </a:p>
        </p:txBody>
      </p:sp>
    </p:spTree>
    <p:extLst>
      <p:ext uri="{BB962C8B-B14F-4D97-AF65-F5344CB8AC3E}">
        <p14:creationId xmlns:p14="http://schemas.microsoft.com/office/powerpoint/2010/main" val="1022560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70570-B9C2-4664-8F46-F5EA4736087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0061F3D-38EA-4063-8650-D104A15D18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36874E94-B225-4CEA-9F7C-5E94294E3CB9}"/>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0C1D2C06-48FF-44DE-8ACF-F8D54F8E25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EFDB12B-C90E-4494-8B0C-C02598A9216A}"/>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3304421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E6362-8661-46E0-BF82-E13EEF4F06C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C95442-82A7-40FA-9AC0-3BE99562CA8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767C0AA-15B7-4BFE-91F3-460AB0BCBCB1}"/>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B1E9FC58-D8B3-448E-910C-8523AF2275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94F90C1-B417-4805-9E24-EA69CA51B87C}"/>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3530611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F6E84-F6DC-44B9-A7B7-8CEB24B801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EEDF70E-87C3-44F4-AE38-220212F729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9B2A94-8675-4372-8B20-5F741F81A37F}"/>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83C9C1AB-19C2-40E6-9A9A-29A471C3A53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8186BA-3E31-46AA-8758-8027097EBF99}"/>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909726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E9150-0201-4E38-95CE-A875DBD99AA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3AED897-FE61-447C-B2BC-1882B9806E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4B31AD3-35AD-4FDB-803F-C56E2C0B4F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5067FC49-CE4F-4483-B398-E925EAE05C82}"/>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2E9947A7-47B4-4B05-A3F0-4CDC511EB10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30EB177-B220-4004-B379-77AC6D9FDA17}"/>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9750689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D4458-2957-4DA8-949E-3BA6CFFEB82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AC06B55-0F4A-4629-9219-FD204857D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D6749F9-B909-451B-9D63-4ABAA5BCCA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F774F3C-D8EC-4DA2-A8BA-3ADC9C7BD12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ACB796-00D7-45A2-9E89-1DF85DB051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3A56D235-A2BA-4CD6-894A-86E5072CB94C}"/>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8" name="Footer Placeholder 7">
            <a:extLst>
              <a:ext uri="{FF2B5EF4-FFF2-40B4-BE49-F238E27FC236}">
                <a16:creationId xmlns:a16="http://schemas.microsoft.com/office/drawing/2014/main" id="{5FAFAA63-A5DF-4260-972D-8A5A9F0D9F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56EFF1-4A54-4503-B88B-5E52607304ED}"/>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5040697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26887-9C47-422E-AB6C-74AE90DC58CB}"/>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E0F3F9D-FEFD-40DE-9C34-F827186AFD09}"/>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4" name="Footer Placeholder 3">
            <a:extLst>
              <a:ext uri="{FF2B5EF4-FFF2-40B4-BE49-F238E27FC236}">
                <a16:creationId xmlns:a16="http://schemas.microsoft.com/office/drawing/2014/main" id="{6848882B-0F0A-4EA6-92BB-08BAD77C307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BAD0C2A-E7AD-49A2-B6AE-B77882279C2C}"/>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409504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3AD312-9FE9-4B33-9CD6-FDBB4D88C4E3}"/>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3" name="Footer Placeholder 2">
            <a:extLst>
              <a:ext uri="{FF2B5EF4-FFF2-40B4-BE49-F238E27FC236}">
                <a16:creationId xmlns:a16="http://schemas.microsoft.com/office/drawing/2014/main" id="{16947BA6-9A06-49AF-9EBC-A1162D1C062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91D9A7C-B1C7-4388-96F0-B963AB08E580}"/>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3727159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F9961-61E5-4436-9B24-1DDEC6FB34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49057CB-9D38-45FC-A68D-8F2A102CE6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26BD36C-8C96-4E38-B22E-E1E476713D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A78167-B152-4C56-B0C3-36BB5B50442F}"/>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27692E09-199F-4F49-8C7D-EC5D8BB6A64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47BC8F2-BDF5-4AB5-91F1-297E78B1CE28}"/>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1526973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C3677-7E5C-4BB4-99F4-301CA98D77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1A03BBFA-386A-4405-A9A5-A760D01711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2230200-CB78-4C98-A49E-AF13AF6811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AE44B9-8619-429F-BEB6-BD761341CA62}"/>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6" name="Footer Placeholder 5">
            <a:extLst>
              <a:ext uri="{FF2B5EF4-FFF2-40B4-BE49-F238E27FC236}">
                <a16:creationId xmlns:a16="http://schemas.microsoft.com/office/drawing/2014/main" id="{EC781FE0-C376-4008-8574-974C308371E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62C6546-0D22-4330-BE65-E63011E5322D}"/>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449766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DF8C7-66F4-4E52-A228-E17ED653B1C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25B2E50-A05D-47DC-AA53-4260DFF85D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A3FED5C-5960-47A6-85C9-A190D9412C26}"/>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73942F30-508F-47F5-AFE0-073311054F1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5B0C16-1727-4F15-BE7A-CE5B71B3DC92}"/>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4238370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0A37F3-8CD2-4836-8B34-7367069085F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4D6BAB4-9C01-48FC-B06A-95EE4DC391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36185D5-1915-443E-9952-8F75FD5BFE60}"/>
              </a:ext>
            </a:extLst>
          </p:cNvPr>
          <p:cNvSpPr>
            <a:spLocks noGrp="1"/>
          </p:cNvSpPr>
          <p:nvPr>
            <p:ph type="dt" sz="half" idx="10"/>
          </p:nvPr>
        </p:nvSpPr>
        <p:spPr/>
        <p:txBody>
          <a:body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A42DFDAC-BF10-4F8F-9A6A-6258C078922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FB40E80-D00B-4649-9109-C37A06886B21}"/>
              </a:ext>
            </a:extLst>
          </p:cNvPr>
          <p:cNvSpPr>
            <a:spLocks noGrp="1"/>
          </p:cNvSpPr>
          <p:nvPr>
            <p:ph type="sldNum" sz="quarter" idx="12"/>
          </p:nvPr>
        </p:nvSpPr>
        <p:spPr/>
        <p:txBody>
          <a:bodyPr/>
          <a:lstStyle/>
          <a:p>
            <a:fld id="{3100CE6E-26F4-4769-87FF-DB912A94AFE2}" type="slidenum">
              <a:rPr lang="en-GB" smtClean="0"/>
              <a:t>‹nr.›</a:t>
            </a:fld>
            <a:endParaRPr lang="en-GB"/>
          </a:p>
        </p:txBody>
      </p:sp>
    </p:spTree>
    <p:extLst>
      <p:ext uri="{BB962C8B-B14F-4D97-AF65-F5344CB8AC3E}">
        <p14:creationId xmlns:p14="http://schemas.microsoft.com/office/powerpoint/2010/main" val="296172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284DE8-7F13-4C10-AAC0-4ACFAA903F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F1A614-0C68-4011-AEA5-98ABADD7B81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4FDA988-A43F-4AA8-8C93-B2D5F65AC8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E1CEA6-E804-4E60-8887-033D2CA99FE0}" type="datetimeFigureOut">
              <a:rPr lang="en-GB" smtClean="0"/>
              <a:t>28/06/2026</a:t>
            </a:fld>
            <a:endParaRPr lang="en-GB"/>
          </a:p>
        </p:txBody>
      </p:sp>
      <p:sp>
        <p:nvSpPr>
          <p:cNvPr id="5" name="Footer Placeholder 4">
            <a:extLst>
              <a:ext uri="{FF2B5EF4-FFF2-40B4-BE49-F238E27FC236}">
                <a16:creationId xmlns:a16="http://schemas.microsoft.com/office/drawing/2014/main" id="{F93EB550-70E9-49A7-807B-E500FEF869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032F4B6-AB59-4997-AB2D-01FABBCC47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100CE6E-26F4-4769-87FF-DB912A94AFE2}" type="slidenum">
              <a:rPr lang="en-GB" smtClean="0"/>
              <a:t>‹nr.›</a:t>
            </a:fld>
            <a:endParaRPr lang="en-GB"/>
          </a:p>
        </p:txBody>
      </p:sp>
    </p:spTree>
    <p:extLst>
      <p:ext uri="{BB962C8B-B14F-4D97-AF65-F5344CB8AC3E}">
        <p14:creationId xmlns:p14="http://schemas.microsoft.com/office/powerpoint/2010/main" val="3334663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dweb-a4e0c.web.app/" TargetMode="External"/><Relationship Id="rId2" Type="http://schemas.openxmlformats.org/officeDocument/2006/relationships/hyperlink" Target="https://github.com/SSmits2404/jeroen-en-sander-adwe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react.dev/learn/thinking-in-reac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4CF94-3A28-4D0F-B3AC-5D5D86B64642}"/>
              </a:ext>
            </a:extLst>
          </p:cNvPr>
          <p:cNvSpPr>
            <a:spLocks noGrp="1"/>
          </p:cNvSpPr>
          <p:nvPr>
            <p:ph type="ctrTitle"/>
          </p:nvPr>
        </p:nvSpPr>
        <p:spPr/>
        <p:txBody>
          <a:bodyPr/>
          <a:lstStyle/>
          <a:p>
            <a:r>
              <a:rPr lang="nl-NL" dirty="0"/>
              <a:t>Assessment ADWEB</a:t>
            </a:r>
            <a:br>
              <a:rPr lang="nl-NL" dirty="0"/>
            </a:br>
            <a:r>
              <a:rPr lang="nl-NL" sz="4400" dirty="0"/>
              <a:t>2526</a:t>
            </a:r>
            <a:br>
              <a:rPr lang="nl-NL" sz="4400" dirty="0"/>
            </a:br>
            <a:endParaRPr lang="en-GB" dirty="0"/>
          </a:p>
        </p:txBody>
      </p:sp>
      <p:sp>
        <p:nvSpPr>
          <p:cNvPr id="3" name="Subtitle 2">
            <a:extLst>
              <a:ext uri="{FF2B5EF4-FFF2-40B4-BE49-F238E27FC236}">
                <a16:creationId xmlns:a16="http://schemas.microsoft.com/office/drawing/2014/main" id="{97BBEA82-ADD4-492E-B325-4114CBBC96F5}"/>
              </a:ext>
            </a:extLst>
          </p:cNvPr>
          <p:cNvSpPr>
            <a:spLocks noGrp="1"/>
          </p:cNvSpPr>
          <p:nvPr>
            <p:ph type="subTitle" idx="1"/>
          </p:nvPr>
        </p:nvSpPr>
        <p:spPr/>
        <p:txBody>
          <a:bodyPr>
            <a:normAutofit lnSpcReduction="10000"/>
          </a:bodyPr>
          <a:lstStyle/>
          <a:p>
            <a:r>
              <a:rPr lang="nl-NL" dirty="0"/>
              <a:t>Jeroen Verlinde</a:t>
            </a:r>
          </a:p>
          <a:p>
            <a:r>
              <a:rPr lang="nl-NL" dirty="0"/>
              <a:t>2182909</a:t>
            </a:r>
          </a:p>
          <a:p>
            <a:r>
              <a:rPr lang="nl-NL" dirty="0"/>
              <a:t>Sander Smits</a:t>
            </a:r>
          </a:p>
          <a:p>
            <a:r>
              <a:rPr lang="en-GB" dirty="0"/>
              <a:t>2188553</a:t>
            </a:r>
            <a:endParaRPr lang="nl-NL" dirty="0"/>
          </a:p>
        </p:txBody>
      </p:sp>
    </p:spTree>
    <p:extLst>
      <p:ext uri="{BB962C8B-B14F-4D97-AF65-F5344CB8AC3E}">
        <p14:creationId xmlns:p14="http://schemas.microsoft.com/office/powerpoint/2010/main" val="30197266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EF401-A35C-4D7E-8424-A3566DF6CD84}"/>
              </a:ext>
            </a:extLst>
          </p:cNvPr>
          <p:cNvSpPr>
            <a:spLocks noGrp="1"/>
          </p:cNvSpPr>
          <p:nvPr>
            <p:ph type="title"/>
          </p:nvPr>
        </p:nvSpPr>
        <p:spPr/>
        <p:txBody>
          <a:bodyPr/>
          <a:lstStyle/>
          <a:p>
            <a:r>
              <a:rPr lang="nl-NL" dirty="0"/>
              <a:t>Gemaakte werk</a:t>
            </a:r>
            <a:endParaRPr lang="en-GB" dirty="0"/>
          </a:p>
        </p:txBody>
      </p:sp>
      <p:sp>
        <p:nvSpPr>
          <p:cNvPr id="3" name="Content Placeholder 2">
            <a:extLst>
              <a:ext uri="{FF2B5EF4-FFF2-40B4-BE49-F238E27FC236}">
                <a16:creationId xmlns:a16="http://schemas.microsoft.com/office/drawing/2014/main" id="{013B74B7-4D4E-49B8-A423-2F29045E923B}"/>
              </a:ext>
            </a:extLst>
          </p:cNvPr>
          <p:cNvSpPr>
            <a:spLocks noGrp="1"/>
          </p:cNvSpPr>
          <p:nvPr>
            <p:ph idx="1"/>
          </p:nvPr>
        </p:nvSpPr>
        <p:spPr/>
        <p:txBody>
          <a:bodyPr/>
          <a:lstStyle/>
          <a:p>
            <a:pPr marL="0" indent="0">
              <a:buNone/>
            </a:pPr>
            <a:r>
              <a:rPr lang="nl-NL" dirty="0"/>
              <a:t>Link naar </a:t>
            </a:r>
            <a:r>
              <a:rPr lang="nl-NL" dirty="0" err="1"/>
              <a:t>Github</a:t>
            </a:r>
            <a:r>
              <a:rPr lang="nl-NL" dirty="0"/>
              <a:t> </a:t>
            </a:r>
            <a:r>
              <a:rPr lang="nl-NL" dirty="0" err="1"/>
              <a:t>repo</a:t>
            </a:r>
            <a:endParaRPr lang="nl-NL" dirty="0"/>
          </a:p>
          <a:p>
            <a:r>
              <a:rPr lang="nl-NL" dirty="0">
                <a:hlinkClick r:id="rId2"/>
              </a:rPr>
              <a:t>https://github.com/SSmits2404/jeroen-en-sander-adweb</a:t>
            </a:r>
            <a:endParaRPr lang="nl-NL" dirty="0"/>
          </a:p>
          <a:p>
            <a:endParaRPr lang="nl-NL" dirty="0"/>
          </a:p>
          <a:p>
            <a:pPr marL="0" indent="0">
              <a:buNone/>
            </a:pPr>
            <a:r>
              <a:rPr lang="nl-NL" dirty="0"/>
              <a:t>Link naar Hosting</a:t>
            </a:r>
          </a:p>
          <a:p>
            <a:r>
              <a:rPr lang="en-GB" dirty="0">
                <a:hlinkClick r:id="rId3" tooltip="https://adweb-a4e0c.web.app/"/>
              </a:rPr>
              <a:t>https://adweb-a4e0c.web.app/</a:t>
            </a:r>
            <a:r>
              <a:rPr lang="en-GB" dirty="0"/>
              <a:t> </a:t>
            </a:r>
            <a:br>
              <a:rPr lang="en-GB" dirty="0"/>
            </a:br>
            <a:endParaRPr lang="en-GB" dirty="0"/>
          </a:p>
        </p:txBody>
      </p:sp>
    </p:spTree>
    <p:extLst>
      <p:ext uri="{BB962C8B-B14F-4D97-AF65-F5344CB8AC3E}">
        <p14:creationId xmlns:p14="http://schemas.microsoft.com/office/powerpoint/2010/main" val="114086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356CC-A6DD-422C-A8EF-A8B2AB8D0FB6}"/>
              </a:ext>
            </a:extLst>
          </p:cNvPr>
          <p:cNvSpPr>
            <a:spLocks noGrp="1"/>
          </p:cNvSpPr>
          <p:nvPr>
            <p:ph type="title"/>
          </p:nvPr>
        </p:nvSpPr>
        <p:spPr/>
        <p:txBody>
          <a:bodyPr>
            <a:normAutofit fontScale="90000"/>
          </a:bodyPr>
          <a:lstStyle/>
          <a:p>
            <a:r>
              <a:rPr lang="nl-NL" dirty="0"/>
              <a:t>Criteria 1: De applicatie werkt zonder fouten en er is nagedacht over gebruiksvriendelijkheid</a:t>
            </a:r>
            <a:endParaRPr lang="en-GB" dirty="0"/>
          </a:p>
        </p:txBody>
      </p:sp>
      <p:pic>
        <p:nvPicPr>
          <p:cNvPr id="5" name="Tijdelijke aanduiding voor inhoud 4">
            <a:extLst>
              <a:ext uri="{FF2B5EF4-FFF2-40B4-BE49-F238E27FC236}">
                <a16:creationId xmlns:a16="http://schemas.microsoft.com/office/drawing/2014/main" id="{48A706C0-A17C-5CE4-6823-781B0C500518}"/>
              </a:ext>
            </a:extLst>
          </p:cNvPr>
          <p:cNvPicPr>
            <a:picLocks noGrp="1" noChangeAspect="1"/>
          </p:cNvPicPr>
          <p:nvPr>
            <p:ph idx="1"/>
          </p:nvPr>
        </p:nvPicPr>
        <p:blipFill>
          <a:blip r:embed="rId2"/>
          <a:stretch>
            <a:fillRect/>
          </a:stretch>
        </p:blipFill>
        <p:spPr>
          <a:xfrm>
            <a:off x="2115856" y="1825625"/>
            <a:ext cx="7960287" cy="4351338"/>
          </a:xfrm>
          <a:prstGeom prst="rect">
            <a:avLst/>
          </a:prstGeom>
        </p:spPr>
      </p:pic>
    </p:spTree>
    <p:extLst>
      <p:ext uri="{BB962C8B-B14F-4D97-AF65-F5344CB8AC3E}">
        <p14:creationId xmlns:p14="http://schemas.microsoft.com/office/powerpoint/2010/main" val="2379743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862388-CF44-4816-80ED-6C93BAC7DF84}"/>
              </a:ext>
            </a:extLst>
          </p:cNvPr>
          <p:cNvSpPr>
            <a:spLocks noGrp="1"/>
          </p:cNvSpPr>
          <p:nvPr>
            <p:ph type="title"/>
          </p:nvPr>
        </p:nvSpPr>
        <p:spPr>
          <a:xfrm>
            <a:off x="838198" y="547815"/>
            <a:ext cx="5167185" cy="1680519"/>
          </a:xfrm>
        </p:spPr>
        <p:txBody>
          <a:bodyPr>
            <a:normAutofit/>
          </a:bodyPr>
          <a:lstStyle/>
          <a:p>
            <a:r>
              <a:rPr lang="nl-NL" sz="3700"/>
              <a:t>Criteria 2: De applicatie werkt volledig real-time op basis van RXJS. </a:t>
            </a:r>
            <a:endParaRPr lang="en-GB" sz="3700"/>
          </a:p>
        </p:txBody>
      </p:sp>
      <p:pic>
        <p:nvPicPr>
          <p:cNvPr id="5" name="Tijdelijke aanduiding voor inhoud 4">
            <a:extLst>
              <a:ext uri="{FF2B5EF4-FFF2-40B4-BE49-F238E27FC236}">
                <a16:creationId xmlns:a16="http://schemas.microsoft.com/office/drawing/2014/main" id="{4833FCF1-1742-A4FF-9782-D53E8FE7190F}"/>
              </a:ext>
            </a:extLst>
          </p:cNvPr>
          <p:cNvPicPr>
            <a:picLocks noChangeAspect="1"/>
          </p:cNvPicPr>
          <p:nvPr/>
        </p:nvPicPr>
        <p:blipFill>
          <a:blip r:embed="rId3"/>
          <a:stretch>
            <a:fillRect/>
          </a:stretch>
        </p:blipFill>
        <p:spPr>
          <a:xfrm>
            <a:off x="1483855" y="2421924"/>
            <a:ext cx="3875870" cy="3711146"/>
          </a:xfrm>
          <a:prstGeom prst="rect">
            <a:avLst/>
          </a:prstGeom>
        </p:spPr>
      </p:pic>
      <p:pic>
        <p:nvPicPr>
          <p:cNvPr id="7" name="Afbeelding 6">
            <a:extLst>
              <a:ext uri="{FF2B5EF4-FFF2-40B4-BE49-F238E27FC236}">
                <a16:creationId xmlns:a16="http://schemas.microsoft.com/office/drawing/2014/main" id="{4CB1A422-EAE7-F7C1-B328-CDCF2D9C6059}"/>
              </a:ext>
            </a:extLst>
          </p:cNvPr>
          <p:cNvPicPr>
            <a:picLocks noChangeAspect="1"/>
          </p:cNvPicPr>
          <p:nvPr/>
        </p:nvPicPr>
        <p:blipFill>
          <a:blip r:embed="rId4"/>
          <a:stretch>
            <a:fillRect/>
          </a:stretch>
        </p:blipFill>
        <p:spPr>
          <a:xfrm>
            <a:off x="5855679" y="3384973"/>
            <a:ext cx="5978523" cy="1823449"/>
          </a:xfrm>
          <a:prstGeom prst="rect">
            <a:avLst/>
          </a:prstGeom>
        </p:spPr>
      </p:pic>
    </p:spTree>
    <p:extLst>
      <p:ext uri="{BB962C8B-B14F-4D97-AF65-F5344CB8AC3E}">
        <p14:creationId xmlns:p14="http://schemas.microsoft.com/office/powerpoint/2010/main" val="16837686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11">
            <a:extLst>
              <a:ext uri="{FF2B5EF4-FFF2-40B4-BE49-F238E27FC236}">
                <a16:creationId xmlns:a16="http://schemas.microsoft.com/office/drawing/2014/main" id="{84DF55BE-B4AB-4BA1-BDE1-E9F7FB3F11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78C5D8-6CBD-4261-BD14-7A74835B4CEF}"/>
              </a:ext>
            </a:extLst>
          </p:cNvPr>
          <p:cNvSpPr>
            <a:spLocks noGrp="1"/>
          </p:cNvSpPr>
          <p:nvPr>
            <p:ph type="title"/>
          </p:nvPr>
        </p:nvSpPr>
        <p:spPr>
          <a:xfrm>
            <a:off x="841249" y="539578"/>
            <a:ext cx="10212018" cy="1112109"/>
          </a:xfrm>
        </p:spPr>
        <p:txBody>
          <a:bodyPr>
            <a:normAutofit/>
          </a:bodyPr>
          <a:lstStyle/>
          <a:p>
            <a:r>
              <a:rPr lang="nl-NL" sz="2800" dirty="0"/>
              <a:t>Criteria 3: De applicatie is zo ingericht dat hij voldoet aan </a:t>
            </a:r>
            <a:r>
              <a:rPr lang="nl-NL" sz="2800" dirty="0" err="1"/>
              <a:t>Seperation</a:t>
            </a:r>
            <a:r>
              <a:rPr lang="nl-NL" sz="2800" dirty="0"/>
              <a:t> of Concern en de student kan dit onderbouwen met bronvermelding</a:t>
            </a:r>
            <a:endParaRPr lang="en-GB" sz="2800" dirty="0"/>
          </a:p>
        </p:txBody>
      </p:sp>
      <p:sp>
        <p:nvSpPr>
          <p:cNvPr id="3" name="Content Placeholder 2">
            <a:extLst>
              <a:ext uri="{FF2B5EF4-FFF2-40B4-BE49-F238E27FC236}">
                <a16:creationId xmlns:a16="http://schemas.microsoft.com/office/drawing/2014/main" id="{40AB2B54-9CA7-4033-9C5F-6963DF580BC2}"/>
              </a:ext>
            </a:extLst>
          </p:cNvPr>
          <p:cNvSpPr>
            <a:spLocks noGrp="1"/>
          </p:cNvSpPr>
          <p:nvPr>
            <p:ph idx="1"/>
          </p:nvPr>
        </p:nvSpPr>
        <p:spPr>
          <a:xfrm>
            <a:off x="838201" y="2409568"/>
            <a:ext cx="5981278" cy="3690551"/>
          </a:xfrm>
        </p:spPr>
        <p:txBody>
          <a:bodyPr>
            <a:normAutofit/>
          </a:bodyPr>
          <a:lstStyle/>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endParaRPr lang="nl-NL" sz="2000"/>
          </a:p>
          <a:p>
            <a:pPr marL="0" indent="0">
              <a:buNone/>
            </a:pPr>
            <a:r>
              <a:rPr lang="nl-NL" sz="2000">
                <a:hlinkClick r:id="rId3"/>
              </a:rPr>
              <a:t>https://react.dev/learn/thinking-in-react</a:t>
            </a:r>
            <a:r>
              <a:rPr lang="nl-NL" sz="2000"/>
              <a:t> </a:t>
            </a:r>
            <a:endParaRPr lang="en-GB" sz="2000"/>
          </a:p>
        </p:txBody>
      </p:sp>
      <p:pic>
        <p:nvPicPr>
          <p:cNvPr id="7" name="Afbeelding 6">
            <a:extLst>
              <a:ext uri="{FF2B5EF4-FFF2-40B4-BE49-F238E27FC236}">
                <a16:creationId xmlns:a16="http://schemas.microsoft.com/office/drawing/2014/main" id="{DA179EF2-EA38-3DE4-5F27-91975C90D98B}"/>
              </a:ext>
            </a:extLst>
          </p:cNvPr>
          <p:cNvPicPr>
            <a:picLocks noChangeAspect="1"/>
          </p:cNvPicPr>
          <p:nvPr/>
        </p:nvPicPr>
        <p:blipFill>
          <a:blip r:embed="rId4"/>
          <a:stretch>
            <a:fillRect/>
          </a:stretch>
        </p:blipFill>
        <p:spPr>
          <a:xfrm>
            <a:off x="1225079" y="2014547"/>
            <a:ext cx="6655960" cy="2046708"/>
          </a:xfrm>
          <a:prstGeom prst="rect">
            <a:avLst/>
          </a:prstGeom>
        </p:spPr>
      </p:pic>
      <p:pic>
        <p:nvPicPr>
          <p:cNvPr id="5" name="Afbeelding 4">
            <a:extLst>
              <a:ext uri="{FF2B5EF4-FFF2-40B4-BE49-F238E27FC236}">
                <a16:creationId xmlns:a16="http://schemas.microsoft.com/office/drawing/2014/main" id="{5435CE6F-2D2C-4FFC-A3EF-D4BAF3220310}"/>
              </a:ext>
            </a:extLst>
          </p:cNvPr>
          <p:cNvPicPr>
            <a:picLocks noChangeAspect="1"/>
          </p:cNvPicPr>
          <p:nvPr/>
        </p:nvPicPr>
        <p:blipFill>
          <a:blip r:embed="rId5"/>
          <a:stretch>
            <a:fillRect/>
          </a:stretch>
        </p:blipFill>
        <p:spPr>
          <a:xfrm>
            <a:off x="6422677" y="3562502"/>
            <a:ext cx="5207676" cy="2291377"/>
          </a:xfrm>
          <a:prstGeom prst="rect">
            <a:avLst/>
          </a:prstGeom>
        </p:spPr>
      </p:pic>
    </p:spTree>
    <p:extLst>
      <p:ext uri="{BB962C8B-B14F-4D97-AF65-F5344CB8AC3E}">
        <p14:creationId xmlns:p14="http://schemas.microsoft.com/office/powerpoint/2010/main" val="948215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B44987-1B67-4570-B63C-3CC5684C8A87}"/>
              </a:ext>
            </a:extLst>
          </p:cNvPr>
          <p:cNvSpPr>
            <a:spLocks noGrp="1"/>
          </p:cNvSpPr>
          <p:nvPr>
            <p:ph type="title"/>
          </p:nvPr>
        </p:nvSpPr>
        <p:spPr>
          <a:xfrm>
            <a:off x="1198181" y="560881"/>
            <a:ext cx="9795638" cy="1114380"/>
          </a:xfrm>
        </p:spPr>
        <p:txBody>
          <a:bodyPr vert="horz" lIns="91440" tIns="45720" rIns="91440" bIns="45720" rtlCol="0" anchor="b">
            <a:normAutofit/>
          </a:bodyPr>
          <a:lstStyle/>
          <a:p>
            <a:pPr algn="ctr"/>
            <a:r>
              <a:rPr lang="en-US" sz="3600"/>
              <a:t>Criteria 4: Er zijn werkende Test aanwezig met een goede code coverage</a:t>
            </a:r>
          </a:p>
        </p:txBody>
      </p:sp>
      <p:pic>
        <p:nvPicPr>
          <p:cNvPr id="9" name="Afbeelding 8">
            <a:extLst>
              <a:ext uri="{FF2B5EF4-FFF2-40B4-BE49-F238E27FC236}">
                <a16:creationId xmlns:a16="http://schemas.microsoft.com/office/drawing/2014/main" id="{090AEADD-6069-6D00-FAEF-CA36903A8864}"/>
              </a:ext>
            </a:extLst>
          </p:cNvPr>
          <p:cNvPicPr>
            <a:picLocks noChangeAspect="1"/>
          </p:cNvPicPr>
          <p:nvPr/>
        </p:nvPicPr>
        <p:blipFill>
          <a:blip r:embed="rId2"/>
          <a:stretch>
            <a:fillRect/>
          </a:stretch>
        </p:blipFill>
        <p:spPr>
          <a:xfrm>
            <a:off x="392654" y="2333549"/>
            <a:ext cx="4671167" cy="3970492"/>
          </a:xfrm>
          <a:prstGeom prst="rect">
            <a:avLst/>
          </a:prstGeom>
        </p:spPr>
      </p:pic>
      <p:pic>
        <p:nvPicPr>
          <p:cNvPr id="7" name="Afbeelding 6">
            <a:extLst>
              <a:ext uri="{FF2B5EF4-FFF2-40B4-BE49-F238E27FC236}">
                <a16:creationId xmlns:a16="http://schemas.microsoft.com/office/drawing/2014/main" id="{298FACFB-2D52-67F7-9E66-89E31E18C02D}"/>
              </a:ext>
            </a:extLst>
          </p:cNvPr>
          <p:cNvPicPr>
            <a:picLocks noChangeAspect="1"/>
          </p:cNvPicPr>
          <p:nvPr/>
        </p:nvPicPr>
        <p:blipFill>
          <a:blip r:embed="rId3"/>
          <a:stretch>
            <a:fillRect/>
          </a:stretch>
        </p:blipFill>
        <p:spPr>
          <a:xfrm>
            <a:off x="5218567" y="2662733"/>
            <a:ext cx="6792200" cy="3447041"/>
          </a:xfrm>
          <a:prstGeom prst="rect">
            <a:avLst/>
          </a:prstGeom>
        </p:spPr>
      </p:pic>
    </p:spTree>
    <p:extLst>
      <p:ext uri="{BB962C8B-B14F-4D97-AF65-F5344CB8AC3E}">
        <p14:creationId xmlns:p14="http://schemas.microsoft.com/office/powerpoint/2010/main" val="237928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1C7A62-31E8-A771-9491-036FDC395B2E}"/>
            </a:ext>
          </a:extLst>
        </p:cNvPr>
        <p:cNvGrpSpPr/>
        <p:nvPr/>
      </p:nvGrpSpPr>
      <p:grpSpPr>
        <a:xfrm>
          <a:off x="0" y="0"/>
          <a:ext cx="0" cy="0"/>
          <a:chOff x="0" y="0"/>
          <a:chExt cx="0" cy="0"/>
        </a:xfrm>
      </p:grpSpPr>
      <p:sp useBgFill="1">
        <p:nvSpPr>
          <p:cNvPr id="15" name="Rectangle 11">
            <a:extLst>
              <a:ext uri="{FF2B5EF4-FFF2-40B4-BE49-F238E27FC236}">
                <a16:creationId xmlns:a16="http://schemas.microsoft.com/office/drawing/2014/main" id="{78BA5F19-D5E1-4ECC-BEC2-DF7AEDFD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50CC88A9-A661-4C48-866E-8734E511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1269336" cy="2008639"/>
          </a:xfrm>
          <a:custGeom>
            <a:avLst/>
            <a:gdLst>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174645 w 11269336"/>
              <a:gd name="connsiteY140" fmla="*/ 2088358 h 2323145"/>
              <a:gd name="connsiteX141" fmla="*/ 5092476 w 11269336"/>
              <a:gd name="connsiteY141" fmla="*/ 2100737 h 2323145"/>
              <a:gd name="connsiteX142" fmla="*/ 5060738 w 11269336"/>
              <a:gd name="connsiteY142" fmla="*/ 2083274 h 2323145"/>
              <a:gd name="connsiteX143" fmla="*/ 4860988 w 11269336"/>
              <a:gd name="connsiteY143" fmla="*/ 2135698 h 2323145"/>
              <a:gd name="connsiteX144" fmla="*/ 4807902 w 11269336"/>
              <a:gd name="connsiteY144" fmla="*/ 2138894 h 2323145"/>
              <a:gd name="connsiteX145" fmla="*/ 4765388 w 11269336"/>
              <a:gd name="connsiteY145" fmla="*/ 2162525 h 2323145"/>
              <a:gd name="connsiteX146" fmla="*/ 4745033 w 11269336"/>
              <a:gd name="connsiteY146" fmla="*/ 2158859 h 2323145"/>
              <a:gd name="connsiteX147" fmla="*/ 4741475 w 11269336"/>
              <a:gd name="connsiteY147" fmla="*/ 2157998 h 2323145"/>
              <a:gd name="connsiteX148" fmla="*/ 4728247 w 11269336"/>
              <a:gd name="connsiteY148" fmla="*/ 2159526 h 2323145"/>
              <a:gd name="connsiteX149" fmla="*/ 4723263 w 11269336"/>
              <a:gd name="connsiteY149" fmla="*/ 2153742 h 2323145"/>
              <a:gd name="connsiteX150" fmla="*/ 4702453 w 11269336"/>
              <a:gd name="connsiteY150" fmla="*/ 2151586 h 2323145"/>
              <a:gd name="connsiteX151" fmla="*/ 4678455 w 11269336"/>
              <a:gd name="connsiteY151" fmla="*/ 2156131 h 2323145"/>
              <a:gd name="connsiteX152" fmla="*/ 4593061 w 11269336"/>
              <a:gd name="connsiteY152" fmla="*/ 2171597 h 2323145"/>
              <a:gd name="connsiteX153" fmla="*/ 4579902 w 11269336"/>
              <a:gd name="connsiteY153" fmla="*/ 2177927 h 2323145"/>
              <a:gd name="connsiteX154" fmla="*/ 4533444 w 11269336"/>
              <a:gd name="connsiteY154" fmla="*/ 2181200 h 2323145"/>
              <a:gd name="connsiteX155" fmla="*/ 4492832 w 11269336"/>
              <a:gd name="connsiteY155" fmla="*/ 2188033 h 2323145"/>
              <a:gd name="connsiteX156" fmla="*/ 4467257 w 11269336"/>
              <a:gd name="connsiteY156" fmla="*/ 2196121 h 2323145"/>
              <a:gd name="connsiteX157" fmla="*/ 4459937 w 11269336"/>
              <a:gd name="connsiteY157" fmla="*/ 2195182 h 2323145"/>
              <a:gd name="connsiteX158" fmla="*/ 4433312 w 11269336"/>
              <a:gd name="connsiteY158" fmla="*/ 2199004 h 2323145"/>
              <a:gd name="connsiteX159" fmla="*/ 4420601 w 11269336"/>
              <a:gd name="connsiteY159" fmla="*/ 2205158 h 2323145"/>
              <a:gd name="connsiteX160" fmla="*/ 4405765 w 11269336"/>
              <a:gd name="connsiteY160" fmla="*/ 2199902 h 2323145"/>
              <a:gd name="connsiteX161" fmla="*/ 4401354 w 11269336"/>
              <a:gd name="connsiteY161" fmla="*/ 2194745 h 2323145"/>
              <a:gd name="connsiteX162" fmla="*/ 4383151 w 11269336"/>
              <a:gd name="connsiteY162" fmla="*/ 2201140 h 2323145"/>
              <a:gd name="connsiteX163" fmla="*/ 4366646 w 11269336"/>
              <a:gd name="connsiteY163" fmla="*/ 2198564 h 2323145"/>
              <a:gd name="connsiteX164" fmla="*/ 4354009 w 11269336"/>
              <a:gd name="connsiteY164" fmla="*/ 2204984 h 2323145"/>
              <a:gd name="connsiteX165" fmla="*/ 4348284 w 11269336"/>
              <a:gd name="connsiteY165" fmla="*/ 2205270 h 2323145"/>
              <a:gd name="connsiteX166" fmla="*/ 4333906 w 11269336"/>
              <a:gd name="connsiteY166" fmla="*/ 2205251 h 2323145"/>
              <a:gd name="connsiteX167" fmla="*/ 4308819 w 11269336"/>
              <a:gd name="connsiteY167" fmla="*/ 2203822 h 2323145"/>
              <a:gd name="connsiteX168" fmla="*/ 4301210 w 11269336"/>
              <a:gd name="connsiteY168" fmla="*/ 2204456 h 2323145"/>
              <a:gd name="connsiteX169" fmla="*/ 4283095 w 11269336"/>
              <a:gd name="connsiteY169" fmla="*/ 2198177 h 2323145"/>
              <a:gd name="connsiteX170" fmla="*/ 4250119 w 11269336"/>
              <a:gd name="connsiteY170" fmla="*/ 2196342 h 2323145"/>
              <a:gd name="connsiteX171" fmla="*/ 4189203 w 11269336"/>
              <a:gd name="connsiteY171" fmla="*/ 2178994 h 2323145"/>
              <a:gd name="connsiteX172" fmla="*/ 4154035 w 11269336"/>
              <a:gd name="connsiteY172" fmla="*/ 2171950 h 2323145"/>
              <a:gd name="connsiteX173" fmla="*/ 4129569 w 11269336"/>
              <a:gd name="connsiteY173" fmla="*/ 2163850 h 2323145"/>
              <a:gd name="connsiteX174" fmla="*/ 4061250 w 11269336"/>
              <a:gd name="connsiteY174" fmla="*/ 2159236 h 2323145"/>
              <a:gd name="connsiteX175" fmla="*/ 3945480 w 11269336"/>
              <a:gd name="connsiteY175" fmla="*/ 2158279 h 2323145"/>
              <a:gd name="connsiteX176" fmla="*/ 3921468 w 11269336"/>
              <a:gd name="connsiteY176" fmla="*/ 2156588 h 2323145"/>
              <a:gd name="connsiteX177" fmla="*/ 3903348 w 11269336"/>
              <a:gd name="connsiteY177" fmla="*/ 2149220 h 2323145"/>
              <a:gd name="connsiteX178" fmla="*/ 3901342 w 11269336"/>
              <a:gd name="connsiteY178" fmla="*/ 2142355 h 2323145"/>
              <a:gd name="connsiteX179" fmla="*/ 3888539 w 11269336"/>
              <a:gd name="connsiteY179" fmla="*/ 2140476 h 2323145"/>
              <a:gd name="connsiteX180" fmla="*/ 3885662 w 11269336"/>
              <a:gd name="connsiteY180" fmla="*/ 2138740 h 2323145"/>
              <a:gd name="connsiteX181" fmla="*/ 3868627 w 11269336"/>
              <a:gd name="connsiteY181" fmla="*/ 2130023 h 2323145"/>
              <a:gd name="connsiteX182" fmla="*/ 3819177 w 11269336"/>
              <a:gd name="connsiteY182" fmla="*/ 2142111 h 2323145"/>
              <a:gd name="connsiteX183" fmla="*/ 3769100 w 11269336"/>
              <a:gd name="connsiteY183" fmla="*/ 2131731 h 2323145"/>
              <a:gd name="connsiteX184" fmla="*/ 3562752 w 11269336"/>
              <a:gd name="connsiteY184" fmla="*/ 2131785 h 2323145"/>
              <a:gd name="connsiteX185" fmla="*/ 3541402 w 11269336"/>
              <a:gd name="connsiteY185" fmla="*/ 2106821 h 2323145"/>
              <a:gd name="connsiteX186" fmla="*/ 3460591 w 11269336"/>
              <a:gd name="connsiteY186" fmla="*/ 2097951 h 2323145"/>
              <a:gd name="connsiteX187" fmla="*/ 3320348 w 11269336"/>
              <a:gd name="connsiteY187" fmla="*/ 2130191 h 2323145"/>
              <a:gd name="connsiteX188" fmla="*/ 3170922 w 11269336"/>
              <a:gd name="connsiteY188" fmla="*/ 2115957 h 2323145"/>
              <a:gd name="connsiteX189" fmla="*/ 3156256 w 11269336"/>
              <a:gd name="connsiteY189" fmla="*/ 2124773 h 2323145"/>
              <a:gd name="connsiteX190" fmla="*/ 3140298 w 11269336"/>
              <a:gd name="connsiteY190" fmla="*/ 2129182 h 2323145"/>
              <a:gd name="connsiteX191" fmla="*/ 3138514 w 11269336"/>
              <a:gd name="connsiteY191" fmla="*/ 2128069 h 2323145"/>
              <a:gd name="connsiteX192" fmla="*/ 3120467 w 11269336"/>
              <a:gd name="connsiteY192" fmla="*/ 2128281 h 2323145"/>
              <a:gd name="connsiteX193" fmla="*/ 3116175 w 11269336"/>
              <a:gd name="connsiteY193" fmla="*/ 2131633 h 2323145"/>
              <a:gd name="connsiteX194" fmla="*/ 3103685 w 11269336"/>
              <a:gd name="connsiteY194" fmla="*/ 2132814 h 2323145"/>
              <a:gd name="connsiteX195" fmla="*/ 3078794 w 11269336"/>
              <a:gd name="connsiteY195" fmla="*/ 2137935 h 2323145"/>
              <a:gd name="connsiteX196" fmla="*/ 3074407 w 11269336"/>
              <a:gd name="connsiteY196" fmla="*/ 2136274 h 2323145"/>
              <a:gd name="connsiteX197" fmla="*/ 3037285 w 11269336"/>
              <a:gd name="connsiteY197" fmla="*/ 2139919 h 2323145"/>
              <a:gd name="connsiteX198" fmla="*/ 3036901 w 11269336"/>
              <a:gd name="connsiteY198" fmla="*/ 2138726 h 2323145"/>
              <a:gd name="connsiteX199" fmla="*/ 3026996 w 11269336"/>
              <a:gd name="connsiteY199" fmla="*/ 2134322 h 2323145"/>
              <a:gd name="connsiteX200" fmla="*/ 3007772 w 11269336"/>
              <a:gd name="connsiteY200" fmla="*/ 2128742 h 2323145"/>
              <a:gd name="connsiteX201" fmla="*/ 2965030 w 11269336"/>
              <a:gd name="connsiteY201" fmla="*/ 2100494 h 2323145"/>
              <a:gd name="connsiteX202" fmla="*/ 2926342 w 11269336"/>
              <a:gd name="connsiteY202" fmla="*/ 2104155 h 2323145"/>
              <a:gd name="connsiteX203" fmla="*/ 2918608 w 11269336"/>
              <a:gd name="connsiteY203" fmla="*/ 2104215 h 2323145"/>
              <a:gd name="connsiteX204" fmla="*/ 2918475 w 11269336"/>
              <a:gd name="connsiteY204" fmla="*/ 2103937 h 2323145"/>
              <a:gd name="connsiteX205" fmla="*/ 2910360 w 11269336"/>
              <a:gd name="connsiteY205" fmla="*/ 2103444 h 2323145"/>
              <a:gd name="connsiteX206" fmla="*/ 2904507 w 11269336"/>
              <a:gd name="connsiteY206" fmla="*/ 2104326 h 2323145"/>
              <a:gd name="connsiteX207" fmla="*/ 2889503 w 11269336"/>
              <a:gd name="connsiteY207" fmla="*/ 2104443 h 2323145"/>
              <a:gd name="connsiteX208" fmla="*/ 2884480 w 11269336"/>
              <a:gd name="connsiteY208" fmla="*/ 2102626 h 2323145"/>
              <a:gd name="connsiteX209" fmla="*/ 2882689 w 11269336"/>
              <a:gd name="connsiteY209" fmla="*/ 2099228 h 2323145"/>
              <a:gd name="connsiteX210" fmla="*/ 2881291 w 11269336"/>
              <a:gd name="connsiteY210" fmla="*/ 2099618 h 2323145"/>
              <a:gd name="connsiteX211" fmla="*/ 2853979 w 11269336"/>
              <a:gd name="connsiteY211" fmla="*/ 2090388 h 2323145"/>
              <a:gd name="connsiteX212" fmla="*/ 2791790 w 11269336"/>
              <a:gd name="connsiteY212" fmla="*/ 2080332 h 2323145"/>
              <a:gd name="connsiteX213" fmla="*/ 2755844 w 11269336"/>
              <a:gd name="connsiteY213" fmla="*/ 2078874 h 2323145"/>
              <a:gd name="connsiteX214" fmla="*/ 2657742 w 11269336"/>
              <a:gd name="connsiteY214" fmla="*/ 2070179 h 2323145"/>
              <a:gd name="connsiteX215" fmla="*/ 2559549 w 11269336"/>
              <a:gd name="connsiteY215" fmla="*/ 2057873 h 2323145"/>
              <a:gd name="connsiteX216" fmla="*/ 2512054 w 11269336"/>
              <a:gd name="connsiteY216" fmla="*/ 2031671 h 2323145"/>
              <a:gd name="connsiteX217" fmla="*/ 2506437 w 11269336"/>
              <a:gd name="connsiteY217" fmla="*/ 2030918 h 2323145"/>
              <a:gd name="connsiteX218" fmla="*/ 2491752 w 11269336"/>
              <a:gd name="connsiteY218" fmla="*/ 2033906 h 2323145"/>
              <a:gd name="connsiteX219" fmla="*/ 2486338 w 11269336"/>
              <a:gd name="connsiteY219" fmla="*/ 2035862 h 2323145"/>
              <a:gd name="connsiteX220" fmla="*/ 2478186 w 11269336"/>
              <a:gd name="connsiteY220" fmla="*/ 2036953 h 2323145"/>
              <a:gd name="connsiteX221" fmla="*/ 2477950 w 11269336"/>
              <a:gd name="connsiteY221" fmla="*/ 2036715 h 2323145"/>
              <a:gd name="connsiteX222" fmla="*/ 2470381 w 11269336"/>
              <a:gd name="connsiteY222" fmla="*/ 2038256 h 2323145"/>
              <a:gd name="connsiteX223" fmla="*/ 2433781 w 11269336"/>
              <a:gd name="connsiteY223" fmla="*/ 2049140 h 2323145"/>
              <a:gd name="connsiteX224" fmla="*/ 2381172 w 11269336"/>
              <a:gd name="connsiteY224" fmla="*/ 2030645 h 2323145"/>
              <a:gd name="connsiteX225" fmla="*/ 2360198 w 11269336"/>
              <a:gd name="connsiteY225" fmla="*/ 2029059 h 2323145"/>
              <a:gd name="connsiteX226" fmla="*/ 2348815 w 11269336"/>
              <a:gd name="connsiteY226" fmla="*/ 2026798 h 2323145"/>
              <a:gd name="connsiteX227" fmla="*/ 2347988 w 11269336"/>
              <a:gd name="connsiteY227" fmla="*/ 2025745 h 2323145"/>
              <a:gd name="connsiteX228" fmla="*/ 2312920 w 11269336"/>
              <a:gd name="connsiteY228" fmla="*/ 2036311 h 2323145"/>
              <a:gd name="connsiteX229" fmla="*/ 2307986 w 11269336"/>
              <a:gd name="connsiteY229" fmla="*/ 2035583 h 2323145"/>
              <a:gd name="connsiteX230" fmla="*/ 2285481 w 11269336"/>
              <a:gd name="connsiteY230" fmla="*/ 2045197 h 2323145"/>
              <a:gd name="connsiteX231" fmla="*/ 2273666 w 11269336"/>
              <a:gd name="connsiteY231" fmla="*/ 2048710 h 2323145"/>
              <a:gd name="connsiteX232" fmla="*/ 2270719 w 11269336"/>
              <a:gd name="connsiteY232" fmla="*/ 2052702 h 2323145"/>
              <a:gd name="connsiteX233" fmla="*/ 2253080 w 11269336"/>
              <a:gd name="connsiteY233" fmla="*/ 2056363 h 2323145"/>
              <a:gd name="connsiteX234" fmla="*/ 2250906 w 11269336"/>
              <a:gd name="connsiteY234" fmla="*/ 2055654 h 2323145"/>
              <a:gd name="connsiteX235" fmla="*/ 2236905 w 11269336"/>
              <a:gd name="connsiteY235" fmla="*/ 2062882 h 2323145"/>
              <a:gd name="connsiteX236" fmla="*/ 2225830 w 11269336"/>
              <a:gd name="connsiteY236" fmla="*/ 2074027 h 2323145"/>
              <a:gd name="connsiteX237" fmla="*/ 2073776 w 11269336"/>
              <a:gd name="connsiteY237" fmla="*/ 2089244 h 2323145"/>
              <a:gd name="connsiteX238" fmla="*/ 1948256 w 11269336"/>
              <a:gd name="connsiteY238" fmla="*/ 2146616 h 2323145"/>
              <a:gd name="connsiteX239" fmla="*/ 1865582 w 11269336"/>
              <a:gd name="connsiteY239" fmla="*/ 2153738 h 2323145"/>
              <a:gd name="connsiteX240" fmla="*/ 1835210 w 11269336"/>
              <a:gd name="connsiteY240" fmla="*/ 2134244 h 2323145"/>
              <a:gd name="connsiteX241" fmla="*/ 1632661 w 11269336"/>
              <a:gd name="connsiteY241" fmla="*/ 2173882 h 2323145"/>
              <a:gd name="connsiteX242" fmla="*/ 1579590 w 11269336"/>
              <a:gd name="connsiteY242" fmla="*/ 2173680 h 2323145"/>
              <a:gd name="connsiteX243" fmla="*/ 1535601 w 11269336"/>
              <a:gd name="connsiteY243" fmla="*/ 2194590 h 2323145"/>
              <a:gd name="connsiteX244" fmla="*/ 1515594 w 11269336"/>
              <a:gd name="connsiteY244" fmla="*/ 2189622 h 2323145"/>
              <a:gd name="connsiteX245" fmla="*/ 1512113 w 11269336"/>
              <a:gd name="connsiteY245" fmla="*/ 2188534 h 2323145"/>
              <a:gd name="connsiteX246" fmla="*/ 1498838 w 11269336"/>
              <a:gd name="connsiteY246" fmla="*/ 2189213 h 2323145"/>
              <a:gd name="connsiteX247" fmla="*/ 1494279 w 11269336"/>
              <a:gd name="connsiteY247" fmla="*/ 2183112 h 2323145"/>
              <a:gd name="connsiteX248" fmla="*/ 1473714 w 11269336"/>
              <a:gd name="connsiteY248" fmla="*/ 2179625 h 2323145"/>
              <a:gd name="connsiteX249" fmla="*/ 1449503 w 11269336"/>
              <a:gd name="connsiteY249" fmla="*/ 2182633 h 2323145"/>
              <a:gd name="connsiteX250" fmla="*/ 1335495 w 11269336"/>
              <a:gd name="connsiteY250" fmla="*/ 2203940 h 2323145"/>
              <a:gd name="connsiteX251" fmla="*/ 1266687 w 11269336"/>
              <a:gd name="connsiteY251" fmla="*/ 2212688 h 2323145"/>
              <a:gd name="connsiteX252" fmla="*/ 1239614 w 11269336"/>
              <a:gd name="connsiteY252" fmla="*/ 2209727 h 2323145"/>
              <a:gd name="connsiteX253" fmla="*/ 1202436 w 11269336"/>
              <a:gd name="connsiteY253" fmla="*/ 2209817 h 2323145"/>
              <a:gd name="connsiteX254" fmla="*/ 1136097 w 11269336"/>
              <a:gd name="connsiteY254" fmla="*/ 2205112 h 2323145"/>
              <a:gd name="connsiteX255" fmla="*/ 1048229 w 11269336"/>
              <a:gd name="connsiteY255" fmla="*/ 2207249 h 2323145"/>
              <a:gd name="connsiteX256" fmla="*/ 988232 w 11269336"/>
              <a:gd name="connsiteY256" fmla="*/ 2235635 h 2323145"/>
              <a:gd name="connsiteX257" fmla="*/ 981959 w 11269336"/>
              <a:gd name="connsiteY257" fmla="*/ 2231607 h 2323145"/>
              <a:gd name="connsiteX258" fmla="*/ 938600 w 11269336"/>
              <a:gd name="connsiteY258" fmla="*/ 2238113 h 2323145"/>
              <a:gd name="connsiteX259" fmla="*/ 791788 w 11269336"/>
              <a:gd name="connsiteY259" fmla="*/ 2293224 h 2323145"/>
              <a:gd name="connsiteX260" fmla="*/ 706914 w 11269336"/>
              <a:gd name="connsiteY260" fmla="*/ 2305046 h 2323145"/>
              <a:gd name="connsiteX261" fmla="*/ 675971 w 11269336"/>
              <a:gd name="connsiteY261" fmla="*/ 2304030 h 2323145"/>
              <a:gd name="connsiteX262" fmla="*/ 624180 w 11269336"/>
              <a:gd name="connsiteY262" fmla="*/ 2302650 h 2323145"/>
              <a:gd name="connsiteX263" fmla="*/ 583453 w 11269336"/>
              <a:gd name="connsiteY263" fmla="*/ 2288788 h 2323145"/>
              <a:gd name="connsiteX264" fmla="*/ 540946 w 11269336"/>
              <a:gd name="connsiteY264" fmla="*/ 2292721 h 2323145"/>
              <a:gd name="connsiteX265" fmla="*/ 533680 w 11269336"/>
              <a:gd name="connsiteY265" fmla="*/ 2310233 h 2323145"/>
              <a:gd name="connsiteX266" fmla="*/ 487366 w 11269336"/>
              <a:gd name="connsiteY266" fmla="*/ 2309053 h 2323145"/>
              <a:gd name="connsiteX267" fmla="*/ 416820 w 11269336"/>
              <a:gd name="connsiteY267" fmla="*/ 2305443 h 2323145"/>
              <a:gd name="connsiteX268" fmla="*/ 376805 w 11269336"/>
              <a:gd name="connsiteY268" fmla="*/ 2307647 h 2323145"/>
              <a:gd name="connsiteX269" fmla="*/ 266777 w 11269336"/>
              <a:gd name="connsiteY269" fmla="*/ 2309012 h 2323145"/>
              <a:gd name="connsiteX270" fmla="*/ 156013 w 11269336"/>
              <a:gd name="connsiteY270" fmla="*/ 2306832 h 2323145"/>
              <a:gd name="connsiteX271" fmla="*/ 87258 w 11269336"/>
              <a:gd name="connsiteY271" fmla="*/ 2285511 h 2323145"/>
              <a:gd name="connsiteX272" fmla="*/ 23798 w 11269336"/>
              <a:gd name="connsiteY272" fmla="*/ 2281822 h 2323145"/>
              <a:gd name="connsiteX273" fmla="*/ 0 w 11269336"/>
              <a:gd name="connsiteY273" fmla="*/ 2285369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092476 w 11269336"/>
              <a:gd name="connsiteY140" fmla="*/ 2100737 h 2323145"/>
              <a:gd name="connsiteX141" fmla="*/ 5060738 w 11269336"/>
              <a:gd name="connsiteY141" fmla="*/ 2083274 h 2323145"/>
              <a:gd name="connsiteX142" fmla="*/ 4860988 w 11269336"/>
              <a:gd name="connsiteY142" fmla="*/ 2135698 h 2323145"/>
              <a:gd name="connsiteX143" fmla="*/ 4807902 w 11269336"/>
              <a:gd name="connsiteY143" fmla="*/ 2138894 h 2323145"/>
              <a:gd name="connsiteX144" fmla="*/ 4765388 w 11269336"/>
              <a:gd name="connsiteY144" fmla="*/ 2162525 h 2323145"/>
              <a:gd name="connsiteX145" fmla="*/ 4745033 w 11269336"/>
              <a:gd name="connsiteY145" fmla="*/ 2158859 h 2323145"/>
              <a:gd name="connsiteX146" fmla="*/ 4741475 w 11269336"/>
              <a:gd name="connsiteY146" fmla="*/ 2157998 h 2323145"/>
              <a:gd name="connsiteX147" fmla="*/ 4728247 w 11269336"/>
              <a:gd name="connsiteY147" fmla="*/ 2159526 h 2323145"/>
              <a:gd name="connsiteX148" fmla="*/ 4723263 w 11269336"/>
              <a:gd name="connsiteY148" fmla="*/ 2153742 h 2323145"/>
              <a:gd name="connsiteX149" fmla="*/ 4702453 w 11269336"/>
              <a:gd name="connsiteY149" fmla="*/ 2151586 h 2323145"/>
              <a:gd name="connsiteX150" fmla="*/ 4678455 w 11269336"/>
              <a:gd name="connsiteY150" fmla="*/ 2156131 h 2323145"/>
              <a:gd name="connsiteX151" fmla="*/ 4593061 w 11269336"/>
              <a:gd name="connsiteY151" fmla="*/ 2171597 h 2323145"/>
              <a:gd name="connsiteX152" fmla="*/ 4579902 w 11269336"/>
              <a:gd name="connsiteY152" fmla="*/ 2177927 h 2323145"/>
              <a:gd name="connsiteX153" fmla="*/ 4533444 w 11269336"/>
              <a:gd name="connsiteY153" fmla="*/ 2181200 h 2323145"/>
              <a:gd name="connsiteX154" fmla="*/ 4492832 w 11269336"/>
              <a:gd name="connsiteY154" fmla="*/ 2188033 h 2323145"/>
              <a:gd name="connsiteX155" fmla="*/ 4467257 w 11269336"/>
              <a:gd name="connsiteY155" fmla="*/ 2196121 h 2323145"/>
              <a:gd name="connsiteX156" fmla="*/ 4459937 w 11269336"/>
              <a:gd name="connsiteY156" fmla="*/ 2195182 h 2323145"/>
              <a:gd name="connsiteX157" fmla="*/ 4433312 w 11269336"/>
              <a:gd name="connsiteY157" fmla="*/ 2199004 h 2323145"/>
              <a:gd name="connsiteX158" fmla="*/ 4420601 w 11269336"/>
              <a:gd name="connsiteY158" fmla="*/ 2205158 h 2323145"/>
              <a:gd name="connsiteX159" fmla="*/ 4405765 w 11269336"/>
              <a:gd name="connsiteY159" fmla="*/ 2199902 h 2323145"/>
              <a:gd name="connsiteX160" fmla="*/ 4401354 w 11269336"/>
              <a:gd name="connsiteY160" fmla="*/ 2194745 h 2323145"/>
              <a:gd name="connsiteX161" fmla="*/ 4383151 w 11269336"/>
              <a:gd name="connsiteY161" fmla="*/ 2201140 h 2323145"/>
              <a:gd name="connsiteX162" fmla="*/ 4366646 w 11269336"/>
              <a:gd name="connsiteY162" fmla="*/ 2198564 h 2323145"/>
              <a:gd name="connsiteX163" fmla="*/ 4354009 w 11269336"/>
              <a:gd name="connsiteY163" fmla="*/ 2204984 h 2323145"/>
              <a:gd name="connsiteX164" fmla="*/ 4348284 w 11269336"/>
              <a:gd name="connsiteY164" fmla="*/ 2205270 h 2323145"/>
              <a:gd name="connsiteX165" fmla="*/ 4333906 w 11269336"/>
              <a:gd name="connsiteY165" fmla="*/ 2205251 h 2323145"/>
              <a:gd name="connsiteX166" fmla="*/ 4308819 w 11269336"/>
              <a:gd name="connsiteY166" fmla="*/ 2203822 h 2323145"/>
              <a:gd name="connsiteX167" fmla="*/ 4301210 w 11269336"/>
              <a:gd name="connsiteY167" fmla="*/ 2204456 h 2323145"/>
              <a:gd name="connsiteX168" fmla="*/ 4283095 w 11269336"/>
              <a:gd name="connsiteY168" fmla="*/ 2198177 h 2323145"/>
              <a:gd name="connsiteX169" fmla="*/ 4250119 w 11269336"/>
              <a:gd name="connsiteY169" fmla="*/ 2196342 h 2323145"/>
              <a:gd name="connsiteX170" fmla="*/ 4189203 w 11269336"/>
              <a:gd name="connsiteY170" fmla="*/ 2178994 h 2323145"/>
              <a:gd name="connsiteX171" fmla="*/ 4154035 w 11269336"/>
              <a:gd name="connsiteY171" fmla="*/ 2171950 h 2323145"/>
              <a:gd name="connsiteX172" fmla="*/ 4129569 w 11269336"/>
              <a:gd name="connsiteY172" fmla="*/ 2163850 h 2323145"/>
              <a:gd name="connsiteX173" fmla="*/ 4061250 w 11269336"/>
              <a:gd name="connsiteY173" fmla="*/ 2159236 h 2323145"/>
              <a:gd name="connsiteX174" fmla="*/ 3945480 w 11269336"/>
              <a:gd name="connsiteY174" fmla="*/ 2158279 h 2323145"/>
              <a:gd name="connsiteX175" fmla="*/ 3921468 w 11269336"/>
              <a:gd name="connsiteY175" fmla="*/ 2156588 h 2323145"/>
              <a:gd name="connsiteX176" fmla="*/ 3903348 w 11269336"/>
              <a:gd name="connsiteY176" fmla="*/ 2149220 h 2323145"/>
              <a:gd name="connsiteX177" fmla="*/ 3901342 w 11269336"/>
              <a:gd name="connsiteY177" fmla="*/ 2142355 h 2323145"/>
              <a:gd name="connsiteX178" fmla="*/ 3888539 w 11269336"/>
              <a:gd name="connsiteY178" fmla="*/ 2140476 h 2323145"/>
              <a:gd name="connsiteX179" fmla="*/ 3885662 w 11269336"/>
              <a:gd name="connsiteY179" fmla="*/ 2138740 h 2323145"/>
              <a:gd name="connsiteX180" fmla="*/ 3868627 w 11269336"/>
              <a:gd name="connsiteY180" fmla="*/ 2130023 h 2323145"/>
              <a:gd name="connsiteX181" fmla="*/ 3819177 w 11269336"/>
              <a:gd name="connsiteY181" fmla="*/ 2142111 h 2323145"/>
              <a:gd name="connsiteX182" fmla="*/ 3769100 w 11269336"/>
              <a:gd name="connsiteY182" fmla="*/ 2131731 h 2323145"/>
              <a:gd name="connsiteX183" fmla="*/ 3562752 w 11269336"/>
              <a:gd name="connsiteY183" fmla="*/ 2131785 h 2323145"/>
              <a:gd name="connsiteX184" fmla="*/ 3541402 w 11269336"/>
              <a:gd name="connsiteY184" fmla="*/ 2106821 h 2323145"/>
              <a:gd name="connsiteX185" fmla="*/ 3460591 w 11269336"/>
              <a:gd name="connsiteY185" fmla="*/ 2097951 h 2323145"/>
              <a:gd name="connsiteX186" fmla="*/ 3320348 w 11269336"/>
              <a:gd name="connsiteY186" fmla="*/ 2130191 h 2323145"/>
              <a:gd name="connsiteX187" fmla="*/ 3170922 w 11269336"/>
              <a:gd name="connsiteY187" fmla="*/ 2115957 h 2323145"/>
              <a:gd name="connsiteX188" fmla="*/ 3156256 w 11269336"/>
              <a:gd name="connsiteY188" fmla="*/ 2124773 h 2323145"/>
              <a:gd name="connsiteX189" fmla="*/ 3140298 w 11269336"/>
              <a:gd name="connsiteY189" fmla="*/ 2129182 h 2323145"/>
              <a:gd name="connsiteX190" fmla="*/ 3138514 w 11269336"/>
              <a:gd name="connsiteY190" fmla="*/ 2128069 h 2323145"/>
              <a:gd name="connsiteX191" fmla="*/ 3120467 w 11269336"/>
              <a:gd name="connsiteY191" fmla="*/ 2128281 h 2323145"/>
              <a:gd name="connsiteX192" fmla="*/ 3116175 w 11269336"/>
              <a:gd name="connsiteY192" fmla="*/ 2131633 h 2323145"/>
              <a:gd name="connsiteX193" fmla="*/ 3103685 w 11269336"/>
              <a:gd name="connsiteY193" fmla="*/ 2132814 h 2323145"/>
              <a:gd name="connsiteX194" fmla="*/ 3078794 w 11269336"/>
              <a:gd name="connsiteY194" fmla="*/ 2137935 h 2323145"/>
              <a:gd name="connsiteX195" fmla="*/ 3074407 w 11269336"/>
              <a:gd name="connsiteY195" fmla="*/ 2136274 h 2323145"/>
              <a:gd name="connsiteX196" fmla="*/ 3037285 w 11269336"/>
              <a:gd name="connsiteY196" fmla="*/ 2139919 h 2323145"/>
              <a:gd name="connsiteX197" fmla="*/ 3036901 w 11269336"/>
              <a:gd name="connsiteY197" fmla="*/ 2138726 h 2323145"/>
              <a:gd name="connsiteX198" fmla="*/ 3026996 w 11269336"/>
              <a:gd name="connsiteY198" fmla="*/ 2134322 h 2323145"/>
              <a:gd name="connsiteX199" fmla="*/ 3007772 w 11269336"/>
              <a:gd name="connsiteY199" fmla="*/ 2128742 h 2323145"/>
              <a:gd name="connsiteX200" fmla="*/ 2965030 w 11269336"/>
              <a:gd name="connsiteY200" fmla="*/ 2100494 h 2323145"/>
              <a:gd name="connsiteX201" fmla="*/ 2926342 w 11269336"/>
              <a:gd name="connsiteY201" fmla="*/ 2104155 h 2323145"/>
              <a:gd name="connsiteX202" fmla="*/ 2918608 w 11269336"/>
              <a:gd name="connsiteY202" fmla="*/ 2104215 h 2323145"/>
              <a:gd name="connsiteX203" fmla="*/ 2918475 w 11269336"/>
              <a:gd name="connsiteY203" fmla="*/ 2103937 h 2323145"/>
              <a:gd name="connsiteX204" fmla="*/ 2910360 w 11269336"/>
              <a:gd name="connsiteY204" fmla="*/ 2103444 h 2323145"/>
              <a:gd name="connsiteX205" fmla="*/ 2904507 w 11269336"/>
              <a:gd name="connsiteY205" fmla="*/ 2104326 h 2323145"/>
              <a:gd name="connsiteX206" fmla="*/ 2889503 w 11269336"/>
              <a:gd name="connsiteY206" fmla="*/ 2104443 h 2323145"/>
              <a:gd name="connsiteX207" fmla="*/ 2884480 w 11269336"/>
              <a:gd name="connsiteY207" fmla="*/ 2102626 h 2323145"/>
              <a:gd name="connsiteX208" fmla="*/ 2882689 w 11269336"/>
              <a:gd name="connsiteY208" fmla="*/ 2099228 h 2323145"/>
              <a:gd name="connsiteX209" fmla="*/ 2881291 w 11269336"/>
              <a:gd name="connsiteY209" fmla="*/ 2099618 h 2323145"/>
              <a:gd name="connsiteX210" fmla="*/ 2853979 w 11269336"/>
              <a:gd name="connsiteY210" fmla="*/ 2090388 h 2323145"/>
              <a:gd name="connsiteX211" fmla="*/ 2791790 w 11269336"/>
              <a:gd name="connsiteY211" fmla="*/ 2080332 h 2323145"/>
              <a:gd name="connsiteX212" fmla="*/ 2755844 w 11269336"/>
              <a:gd name="connsiteY212" fmla="*/ 2078874 h 2323145"/>
              <a:gd name="connsiteX213" fmla="*/ 2657742 w 11269336"/>
              <a:gd name="connsiteY213" fmla="*/ 2070179 h 2323145"/>
              <a:gd name="connsiteX214" fmla="*/ 2559549 w 11269336"/>
              <a:gd name="connsiteY214" fmla="*/ 2057873 h 2323145"/>
              <a:gd name="connsiteX215" fmla="*/ 2512054 w 11269336"/>
              <a:gd name="connsiteY215" fmla="*/ 2031671 h 2323145"/>
              <a:gd name="connsiteX216" fmla="*/ 2506437 w 11269336"/>
              <a:gd name="connsiteY216" fmla="*/ 2030918 h 2323145"/>
              <a:gd name="connsiteX217" fmla="*/ 2491752 w 11269336"/>
              <a:gd name="connsiteY217" fmla="*/ 2033906 h 2323145"/>
              <a:gd name="connsiteX218" fmla="*/ 2486338 w 11269336"/>
              <a:gd name="connsiteY218" fmla="*/ 2035862 h 2323145"/>
              <a:gd name="connsiteX219" fmla="*/ 2478186 w 11269336"/>
              <a:gd name="connsiteY219" fmla="*/ 2036953 h 2323145"/>
              <a:gd name="connsiteX220" fmla="*/ 2477950 w 11269336"/>
              <a:gd name="connsiteY220" fmla="*/ 2036715 h 2323145"/>
              <a:gd name="connsiteX221" fmla="*/ 2470381 w 11269336"/>
              <a:gd name="connsiteY221" fmla="*/ 2038256 h 2323145"/>
              <a:gd name="connsiteX222" fmla="*/ 2433781 w 11269336"/>
              <a:gd name="connsiteY222" fmla="*/ 2049140 h 2323145"/>
              <a:gd name="connsiteX223" fmla="*/ 2381172 w 11269336"/>
              <a:gd name="connsiteY223" fmla="*/ 2030645 h 2323145"/>
              <a:gd name="connsiteX224" fmla="*/ 2360198 w 11269336"/>
              <a:gd name="connsiteY224" fmla="*/ 2029059 h 2323145"/>
              <a:gd name="connsiteX225" fmla="*/ 2348815 w 11269336"/>
              <a:gd name="connsiteY225" fmla="*/ 2026798 h 2323145"/>
              <a:gd name="connsiteX226" fmla="*/ 2347988 w 11269336"/>
              <a:gd name="connsiteY226" fmla="*/ 2025745 h 2323145"/>
              <a:gd name="connsiteX227" fmla="*/ 2312920 w 11269336"/>
              <a:gd name="connsiteY227" fmla="*/ 2036311 h 2323145"/>
              <a:gd name="connsiteX228" fmla="*/ 2307986 w 11269336"/>
              <a:gd name="connsiteY228" fmla="*/ 2035583 h 2323145"/>
              <a:gd name="connsiteX229" fmla="*/ 2285481 w 11269336"/>
              <a:gd name="connsiteY229" fmla="*/ 2045197 h 2323145"/>
              <a:gd name="connsiteX230" fmla="*/ 2273666 w 11269336"/>
              <a:gd name="connsiteY230" fmla="*/ 2048710 h 2323145"/>
              <a:gd name="connsiteX231" fmla="*/ 2270719 w 11269336"/>
              <a:gd name="connsiteY231" fmla="*/ 2052702 h 2323145"/>
              <a:gd name="connsiteX232" fmla="*/ 2253080 w 11269336"/>
              <a:gd name="connsiteY232" fmla="*/ 2056363 h 2323145"/>
              <a:gd name="connsiteX233" fmla="*/ 2250906 w 11269336"/>
              <a:gd name="connsiteY233" fmla="*/ 2055654 h 2323145"/>
              <a:gd name="connsiteX234" fmla="*/ 2236905 w 11269336"/>
              <a:gd name="connsiteY234" fmla="*/ 2062882 h 2323145"/>
              <a:gd name="connsiteX235" fmla="*/ 2225830 w 11269336"/>
              <a:gd name="connsiteY235" fmla="*/ 2074027 h 2323145"/>
              <a:gd name="connsiteX236" fmla="*/ 2073776 w 11269336"/>
              <a:gd name="connsiteY236" fmla="*/ 2089244 h 2323145"/>
              <a:gd name="connsiteX237" fmla="*/ 1948256 w 11269336"/>
              <a:gd name="connsiteY237" fmla="*/ 2146616 h 2323145"/>
              <a:gd name="connsiteX238" fmla="*/ 1865582 w 11269336"/>
              <a:gd name="connsiteY238" fmla="*/ 2153738 h 2323145"/>
              <a:gd name="connsiteX239" fmla="*/ 1835210 w 11269336"/>
              <a:gd name="connsiteY239" fmla="*/ 2134244 h 2323145"/>
              <a:gd name="connsiteX240" fmla="*/ 1632661 w 11269336"/>
              <a:gd name="connsiteY240" fmla="*/ 2173882 h 2323145"/>
              <a:gd name="connsiteX241" fmla="*/ 1579590 w 11269336"/>
              <a:gd name="connsiteY241" fmla="*/ 2173680 h 2323145"/>
              <a:gd name="connsiteX242" fmla="*/ 1535601 w 11269336"/>
              <a:gd name="connsiteY242" fmla="*/ 2194590 h 2323145"/>
              <a:gd name="connsiteX243" fmla="*/ 1515594 w 11269336"/>
              <a:gd name="connsiteY243" fmla="*/ 2189622 h 2323145"/>
              <a:gd name="connsiteX244" fmla="*/ 1512113 w 11269336"/>
              <a:gd name="connsiteY244" fmla="*/ 2188534 h 2323145"/>
              <a:gd name="connsiteX245" fmla="*/ 1498838 w 11269336"/>
              <a:gd name="connsiteY245" fmla="*/ 2189213 h 2323145"/>
              <a:gd name="connsiteX246" fmla="*/ 1494279 w 11269336"/>
              <a:gd name="connsiteY246" fmla="*/ 2183112 h 2323145"/>
              <a:gd name="connsiteX247" fmla="*/ 1473714 w 11269336"/>
              <a:gd name="connsiteY247" fmla="*/ 2179625 h 2323145"/>
              <a:gd name="connsiteX248" fmla="*/ 1449503 w 11269336"/>
              <a:gd name="connsiteY248" fmla="*/ 2182633 h 2323145"/>
              <a:gd name="connsiteX249" fmla="*/ 1335495 w 11269336"/>
              <a:gd name="connsiteY249" fmla="*/ 2203940 h 2323145"/>
              <a:gd name="connsiteX250" fmla="*/ 1266687 w 11269336"/>
              <a:gd name="connsiteY250" fmla="*/ 2212688 h 2323145"/>
              <a:gd name="connsiteX251" fmla="*/ 1239614 w 11269336"/>
              <a:gd name="connsiteY251" fmla="*/ 2209727 h 2323145"/>
              <a:gd name="connsiteX252" fmla="*/ 1202436 w 11269336"/>
              <a:gd name="connsiteY252" fmla="*/ 2209817 h 2323145"/>
              <a:gd name="connsiteX253" fmla="*/ 1136097 w 11269336"/>
              <a:gd name="connsiteY253" fmla="*/ 2205112 h 2323145"/>
              <a:gd name="connsiteX254" fmla="*/ 1048229 w 11269336"/>
              <a:gd name="connsiteY254" fmla="*/ 2207249 h 2323145"/>
              <a:gd name="connsiteX255" fmla="*/ 988232 w 11269336"/>
              <a:gd name="connsiteY255" fmla="*/ 2235635 h 2323145"/>
              <a:gd name="connsiteX256" fmla="*/ 981959 w 11269336"/>
              <a:gd name="connsiteY256" fmla="*/ 2231607 h 2323145"/>
              <a:gd name="connsiteX257" fmla="*/ 938600 w 11269336"/>
              <a:gd name="connsiteY257" fmla="*/ 2238113 h 2323145"/>
              <a:gd name="connsiteX258" fmla="*/ 791788 w 11269336"/>
              <a:gd name="connsiteY258" fmla="*/ 2293224 h 2323145"/>
              <a:gd name="connsiteX259" fmla="*/ 706914 w 11269336"/>
              <a:gd name="connsiteY259" fmla="*/ 2305046 h 2323145"/>
              <a:gd name="connsiteX260" fmla="*/ 675971 w 11269336"/>
              <a:gd name="connsiteY260" fmla="*/ 2304030 h 2323145"/>
              <a:gd name="connsiteX261" fmla="*/ 624180 w 11269336"/>
              <a:gd name="connsiteY261" fmla="*/ 2302650 h 2323145"/>
              <a:gd name="connsiteX262" fmla="*/ 583453 w 11269336"/>
              <a:gd name="connsiteY262" fmla="*/ 2288788 h 2323145"/>
              <a:gd name="connsiteX263" fmla="*/ 540946 w 11269336"/>
              <a:gd name="connsiteY263" fmla="*/ 2292721 h 2323145"/>
              <a:gd name="connsiteX264" fmla="*/ 533680 w 11269336"/>
              <a:gd name="connsiteY264" fmla="*/ 2310233 h 2323145"/>
              <a:gd name="connsiteX265" fmla="*/ 487366 w 11269336"/>
              <a:gd name="connsiteY265" fmla="*/ 2309053 h 2323145"/>
              <a:gd name="connsiteX266" fmla="*/ 416820 w 11269336"/>
              <a:gd name="connsiteY266" fmla="*/ 2305443 h 2323145"/>
              <a:gd name="connsiteX267" fmla="*/ 376805 w 11269336"/>
              <a:gd name="connsiteY267" fmla="*/ 2307647 h 2323145"/>
              <a:gd name="connsiteX268" fmla="*/ 266777 w 11269336"/>
              <a:gd name="connsiteY268" fmla="*/ 2309012 h 2323145"/>
              <a:gd name="connsiteX269" fmla="*/ 156013 w 11269336"/>
              <a:gd name="connsiteY269" fmla="*/ 2306832 h 2323145"/>
              <a:gd name="connsiteX270" fmla="*/ 87258 w 11269336"/>
              <a:gd name="connsiteY270" fmla="*/ 2285511 h 2323145"/>
              <a:gd name="connsiteX271" fmla="*/ 23798 w 11269336"/>
              <a:gd name="connsiteY271" fmla="*/ 2281822 h 2323145"/>
              <a:gd name="connsiteX272" fmla="*/ 0 w 11269336"/>
              <a:gd name="connsiteY272" fmla="*/ 2285369 h 2323145"/>
              <a:gd name="connsiteX273" fmla="*/ 0 w 11269336"/>
              <a:gd name="connsiteY27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092476 w 11269336"/>
              <a:gd name="connsiteY139" fmla="*/ 2100737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988232 w 11269336"/>
              <a:gd name="connsiteY252" fmla="*/ 2235635 h 2323145"/>
              <a:gd name="connsiteX253" fmla="*/ 981959 w 11269336"/>
              <a:gd name="connsiteY253" fmla="*/ 2231607 h 2323145"/>
              <a:gd name="connsiteX254" fmla="*/ 938600 w 11269336"/>
              <a:gd name="connsiteY254" fmla="*/ 2238113 h 2323145"/>
              <a:gd name="connsiteX255" fmla="*/ 791788 w 11269336"/>
              <a:gd name="connsiteY255" fmla="*/ 2293224 h 2323145"/>
              <a:gd name="connsiteX256" fmla="*/ 706914 w 11269336"/>
              <a:gd name="connsiteY256" fmla="*/ 2305046 h 2323145"/>
              <a:gd name="connsiteX257" fmla="*/ 675971 w 11269336"/>
              <a:gd name="connsiteY257" fmla="*/ 2304030 h 2323145"/>
              <a:gd name="connsiteX258" fmla="*/ 624180 w 11269336"/>
              <a:gd name="connsiteY258" fmla="*/ 2302650 h 2323145"/>
              <a:gd name="connsiteX259" fmla="*/ 583453 w 11269336"/>
              <a:gd name="connsiteY259" fmla="*/ 2288788 h 2323145"/>
              <a:gd name="connsiteX260" fmla="*/ 540946 w 11269336"/>
              <a:gd name="connsiteY260" fmla="*/ 2292721 h 2323145"/>
              <a:gd name="connsiteX261" fmla="*/ 533680 w 11269336"/>
              <a:gd name="connsiteY261" fmla="*/ 2310233 h 2323145"/>
              <a:gd name="connsiteX262" fmla="*/ 487366 w 11269336"/>
              <a:gd name="connsiteY262" fmla="*/ 2309053 h 2323145"/>
              <a:gd name="connsiteX263" fmla="*/ 416820 w 11269336"/>
              <a:gd name="connsiteY263" fmla="*/ 2305443 h 2323145"/>
              <a:gd name="connsiteX264" fmla="*/ 376805 w 11269336"/>
              <a:gd name="connsiteY264" fmla="*/ 2307647 h 2323145"/>
              <a:gd name="connsiteX265" fmla="*/ 266777 w 11269336"/>
              <a:gd name="connsiteY265" fmla="*/ 2309012 h 2323145"/>
              <a:gd name="connsiteX266" fmla="*/ 156013 w 11269336"/>
              <a:gd name="connsiteY266" fmla="*/ 2306832 h 2323145"/>
              <a:gd name="connsiteX267" fmla="*/ 87258 w 11269336"/>
              <a:gd name="connsiteY267" fmla="*/ 2285511 h 2323145"/>
              <a:gd name="connsiteX268" fmla="*/ 23798 w 11269336"/>
              <a:gd name="connsiteY268" fmla="*/ 2281822 h 2323145"/>
              <a:gd name="connsiteX269" fmla="*/ 0 w 11269336"/>
              <a:gd name="connsiteY269" fmla="*/ 2285369 h 2323145"/>
              <a:gd name="connsiteX270" fmla="*/ 0 w 11269336"/>
              <a:gd name="connsiteY27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266687 w 11269336"/>
              <a:gd name="connsiteY247" fmla="*/ 2212688 h 2323145"/>
              <a:gd name="connsiteX248" fmla="*/ 1239614 w 11269336"/>
              <a:gd name="connsiteY248" fmla="*/ 2209727 h 2323145"/>
              <a:gd name="connsiteX249" fmla="*/ 1202436 w 11269336"/>
              <a:gd name="connsiteY249" fmla="*/ 2209817 h 2323145"/>
              <a:gd name="connsiteX250" fmla="*/ 1136097 w 11269336"/>
              <a:gd name="connsiteY250" fmla="*/ 2205112 h 2323145"/>
              <a:gd name="connsiteX251" fmla="*/ 988232 w 11269336"/>
              <a:gd name="connsiteY251" fmla="*/ 2235635 h 2323145"/>
              <a:gd name="connsiteX252" fmla="*/ 981959 w 11269336"/>
              <a:gd name="connsiteY252" fmla="*/ 2231607 h 2323145"/>
              <a:gd name="connsiteX253" fmla="*/ 938600 w 11269336"/>
              <a:gd name="connsiteY253" fmla="*/ 2238113 h 2323145"/>
              <a:gd name="connsiteX254" fmla="*/ 791788 w 11269336"/>
              <a:gd name="connsiteY254" fmla="*/ 2293224 h 2323145"/>
              <a:gd name="connsiteX255" fmla="*/ 706914 w 11269336"/>
              <a:gd name="connsiteY255" fmla="*/ 2305046 h 2323145"/>
              <a:gd name="connsiteX256" fmla="*/ 675971 w 11269336"/>
              <a:gd name="connsiteY256" fmla="*/ 2304030 h 2323145"/>
              <a:gd name="connsiteX257" fmla="*/ 624180 w 11269336"/>
              <a:gd name="connsiteY257" fmla="*/ 2302650 h 2323145"/>
              <a:gd name="connsiteX258" fmla="*/ 583453 w 11269336"/>
              <a:gd name="connsiteY258" fmla="*/ 2288788 h 2323145"/>
              <a:gd name="connsiteX259" fmla="*/ 540946 w 11269336"/>
              <a:gd name="connsiteY259" fmla="*/ 2292721 h 2323145"/>
              <a:gd name="connsiteX260" fmla="*/ 533680 w 11269336"/>
              <a:gd name="connsiteY260" fmla="*/ 2310233 h 2323145"/>
              <a:gd name="connsiteX261" fmla="*/ 487366 w 11269336"/>
              <a:gd name="connsiteY261" fmla="*/ 2309053 h 2323145"/>
              <a:gd name="connsiteX262" fmla="*/ 416820 w 11269336"/>
              <a:gd name="connsiteY262" fmla="*/ 2305443 h 2323145"/>
              <a:gd name="connsiteX263" fmla="*/ 376805 w 11269336"/>
              <a:gd name="connsiteY263" fmla="*/ 2307647 h 2323145"/>
              <a:gd name="connsiteX264" fmla="*/ 266777 w 11269336"/>
              <a:gd name="connsiteY264" fmla="*/ 2309012 h 2323145"/>
              <a:gd name="connsiteX265" fmla="*/ 156013 w 11269336"/>
              <a:gd name="connsiteY265" fmla="*/ 2306832 h 2323145"/>
              <a:gd name="connsiteX266" fmla="*/ 87258 w 11269336"/>
              <a:gd name="connsiteY266" fmla="*/ 2285511 h 2323145"/>
              <a:gd name="connsiteX267" fmla="*/ 23798 w 11269336"/>
              <a:gd name="connsiteY267" fmla="*/ 2281822 h 2323145"/>
              <a:gd name="connsiteX268" fmla="*/ 0 w 11269336"/>
              <a:gd name="connsiteY268" fmla="*/ 2285369 h 2323145"/>
              <a:gd name="connsiteX269" fmla="*/ 0 w 11269336"/>
              <a:gd name="connsiteY26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197391 w 11269336"/>
              <a:gd name="connsiteY54" fmla="*/ 1107746 h 2323145"/>
              <a:gd name="connsiteX55" fmla="*/ 8081474 w 11269336"/>
              <a:gd name="connsiteY55" fmla="*/ 1130125 h 2323145"/>
              <a:gd name="connsiteX56" fmla="*/ 8053585 w 11269336"/>
              <a:gd name="connsiteY56" fmla="*/ 1129169 h 2323145"/>
              <a:gd name="connsiteX57" fmla="*/ 8038422 w 11269336"/>
              <a:gd name="connsiteY57" fmla="*/ 1119092 h 2323145"/>
              <a:gd name="connsiteX58" fmla="*/ 8029450 w 11269336"/>
              <a:gd name="connsiteY58" fmla="*/ 1125592 h 2323145"/>
              <a:gd name="connsiteX59" fmla="*/ 7959552 w 11269336"/>
              <a:gd name="connsiteY59" fmla="*/ 1140188 h 2323145"/>
              <a:gd name="connsiteX60" fmla="*/ 7914188 w 11269336"/>
              <a:gd name="connsiteY60" fmla="*/ 1150862 h 2323145"/>
              <a:gd name="connsiteX61" fmla="*/ 7914918 w 11269336"/>
              <a:gd name="connsiteY61" fmla="*/ 1168758 h 2323145"/>
              <a:gd name="connsiteX62" fmla="*/ 7875510 w 11269336"/>
              <a:gd name="connsiteY62" fmla="*/ 1183153 h 2323145"/>
              <a:gd name="connsiteX63" fmla="*/ 7829932 w 11269336"/>
              <a:gd name="connsiteY63" fmla="*/ 1180782 h 2323145"/>
              <a:gd name="connsiteX64" fmla="*/ 7779182 w 11269336"/>
              <a:gd name="connsiteY64" fmla="*/ 1192665 h 2323145"/>
              <a:gd name="connsiteX65" fmla="*/ 7748774 w 11269336"/>
              <a:gd name="connsiteY65" fmla="*/ 1199586 h 2323145"/>
              <a:gd name="connsiteX66" fmla="*/ 7671846 w 11269336"/>
              <a:gd name="connsiteY66" fmla="*/ 1231966 h 2323145"/>
              <a:gd name="connsiteX67" fmla="*/ 7554146 w 11269336"/>
              <a:gd name="connsiteY67" fmla="*/ 1319748 h 2323145"/>
              <a:gd name="connsiteX68" fmla="*/ 7515052 w 11269336"/>
              <a:gd name="connsiteY68" fmla="*/ 1336718 h 2323145"/>
              <a:gd name="connsiteX69" fmla="*/ 7507193 w 11269336"/>
              <a:gd name="connsiteY69" fmla="*/ 1334617 h 2323145"/>
              <a:gd name="connsiteX70" fmla="*/ 7461694 w 11269336"/>
              <a:gd name="connsiteY70" fmla="*/ 1375866 h 2323145"/>
              <a:gd name="connsiteX71" fmla="*/ 7377571 w 11269336"/>
              <a:gd name="connsiteY71" fmla="*/ 1400128 h 2323145"/>
              <a:gd name="connsiteX72" fmla="*/ 7311261 w 11269336"/>
              <a:gd name="connsiteY72" fmla="*/ 1412652 h 2323145"/>
              <a:gd name="connsiteX73" fmla="*/ 7275307 w 11269336"/>
              <a:gd name="connsiteY73" fmla="*/ 1422171 h 2323145"/>
              <a:gd name="connsiteX74" fmla="*/ 7247783 w 11269336"/>
              <a:gd name="connsiteY74" fmla="*/ 1426330 h 2323145"/>
              <a:gd name="connsiteX75" fmla="*/ 7185047 w 11269336"/>
              <a:gd name="connsiteY75" fmla="*/ 1451812 h 2323145"/>
              <a:gd name="connsiteX76" fmla="*/ 7084117 w 11269336"/>
              <a:gd name="connsiteY76" fmla="*/ 1500281 h 2323145"/>
              <a:gd name="connsiteX77" fmla="*/ 7062011 w 11269336"/>
              <a:gd name="connsiteY77" fmla="*/ 1509183 h 2323145"/>
              <a:gd name="connsiteX78" fmla="*/ 7040555 w 11269336"/>
              <a:gd name="connsiteY78" fmla="*/ 1511207 h 2323145"/>
              <a:gd name="connsiteX79" fmla="*/ 7033438 w 11269336"/>
              <a:gd name="connsiteY79" fmla="*/ 1506772 h 2323145"/>
              <a:gd name="connsiteX80" fmla="*/ 7020886 w 11269336"/>
              <a:gd name="connsiteY80" fmla="*/ 1510764 h 2323145"/>
              <a:gd name="connsiteX81" fmla="*/ 7017033 w 11269336"/>
              <a:gd name="connsiteY81" fmla="*/ 1510650 h 2323145"/>
              <a:gd name="connsiteX82" fmla="*/ 6995460 w 11269336"/>
              <a:gd name="connsiteY82" fmla="*/ 1511173 h 2323145"/>
              <a:gd name="connsiteX83" fmla="*/ 6962144 w 11269336"/>
              <a:gd name="connsiteY83" fmla="*/ 1541508 h 2323145"/>
              <a:gd name="connsiteX84" fmla="*/ 6910674 w 11269336"/>
              <a:gd name="connsiteY84" fmla="*/ 1554793 h 2323145"/>
              <a:gd name="connsiteX85" fmla="*/ 6732152 w 11269336"/>
              <a:gd name="connsiteY85" fmla="*/ 1642538 h 2323145"/>
              <a:gd name="connsiteX86" fmla="*/ 6694106 w 11269336"/>
              <a:gd name="connsiteY86" fmla="*/ 1632377 h 2323145"/>
              <a:gd name="connsiteX87" fmla="*/ 6617223 w 11269336"/>
              <a:gd name="connsiteY87" fmla="*/ 1659889 h 2323145"/>
              <a:gd name="connsiteX88" fmla="*/ 6521138 w 11269336"/>
              <a:gd name="connsiteY88" fmla="*/ 1744340 h 2323145"/>
              <a:gd name="connsiteX89" fmla="*/ 6380677 w 11269336"/>
              <a:gd name="connsiteY89" fmla="*/ 1796883 h 2323145"/>
              <a:gd name="connsiteX90" fmla="*/ 6374897 w 11269336"/>
              <a:gd name="connsiteY90" fmla="*/ 1809910 h 2323145"/>
              <a:gd name="connsiteX91" fmla="*/ 6364545 w 11269336"/>
              <a:gd name="connsiteY91" fmla="*/ 1820090 h 2323145"/>
              <a:gd name="connsiteX92" fmla="*/ 6362126 w 11269336"/>
              <a:gd name="connsiteY92" fmla="*/ 1819991 h 2323145"/>
              <a:gd name="connsiteX93" fmla="*/ 6346673 w 11269336"/>
              <a:gd name="connsiteY93" fmla="*/ 1827824 h 2323145"/>
              <a:gd name="connsiteX94" fmla="*/ 6345588 w 11269336"/>
              <a:gd name="connsiteY94" fmla="*/ 1832232 h 2323145"/>
              <a:gd name="connsiteX95" fmla="*/ 6335708 w 11269336"/>
              <a:gd name="connsiteY95" fmla="*/ 1838451 h 2323145"/>
              <a:gd name="connsiteX96" fmla="*/ 6318182 w 11269336"/>
              <a:gd name="connsiteY96" fmla="*/ 1852975 h 2323145"/>
              <a:gd name="connsiteX97" fmla="*/ 6313084 w 11269336"/>
              <a:gd name="connsiteY97" fmla="*/ 1853561 h 2323145"/>
              <a:gd name="connsiteX98" fmla="*/ 6283816 w 11269336"/>
              <a:gd name="connsiteY98" fmla="*/ 1872148 h 2323145"/>
              <a:gd name="connsiteX99" fmla="*/ 6282550 w 11269336"/>
              <a:gd name="connsiteY99" fmla="*/ 1871392 h 2323145"/>
              <a:gd name="connsiteX100" fmla="*/ 6270527 w 11269336"/>
              <a:gd name="connsiteY100" fmla="*/ 1872208 h 2323145"/>
              <a:gd name="connsiteX101" fmla="*/ 6249518 w 11269336"/>
              <a:gd name="connsiteY101" fmla="*/ 1876079 h 2323145"/>
              <a:gd name="connsiteX102" fmla="*/ 6190386 w 11269336"/>
              <a:gd name="connsiteY102" fmla="*/ 1872478 h 2323145"/>
              <a:gd name="connsiteX103" fmla="*/ 6159777 w 11269336"/>
              <a:gd name="connsiteY103" fmla="*/ 1891745 h 2323145"/>
              <a:gd name="connsiteX104" fmla="*/ 6153131 w 11269336"/>
              <a:gd name="connsiteY104" fmla="*/ 1895079 h 2323145"/>
              <a:gd name="connsiteX105" fmla="*/ 6152798 w 11269336"/>
              <a:gd name="connsiteY105" fmla="*/ 1894920 h 2323145"/>
              <a:gd name="connsiteX106" fmla="*/ 6145388 w 11269336"/>
              <a:gd name="connsiteY106" fmla="*/ 1897990 h 2323145"/>
              <a:gd name="connsiteX107" fmla="*/ 6141014 w 11269336"/>
              <a:gd name="connsiteY107" fmla="*/ 1901155 h 2323145"/>
              <a:gd name="connsiteX108" fmla="*/ 6128122 w 11269336"/>
              <a:gd name="connsiteY108" fmla="*/ 1907623 h 2323145"/>
              <a:gd name="connsiteX109" fmla="*/ 6122351 w 11269336"/>
              <a:gd name="connsiteY109" fmla="*/ 1908359 h 2323145"/>
              <a:gd name="connsiteX110" fmla="*/ 6064750 w 11269336"/>
              <a:gd name="connsiteY110" fmla="*/ 1896394 h 2323145"/>
              <a:gd name="connsiteX111" fmla="*/ 5964230 w 11269336"/>
              <a:gd name="connsiteY111" fmla="*/ 1910038 h 2323145"/>
              <a:gd name="connsiteX112" fmla="*/ 5865399 w 11269336"/>
              <a:gd name="connsiteY112" fmla="*/ 1926966 h 2323145"/>
              <a:gd name="connsiteX113" fmla="*/ 5829951 w 11269336"/>
              <a:gd name="connsiteY113" fmla="*/ 1934755 h 2323145"/>
              <a:gd name="connsiteX114" fmla="*/ 5765285 w 11269336"/>
              <a:gd name="connsiteY114" fmla="*/ 1941322 h 2323145"/>
              <a:gd name="connsiteX115" fmla="*/ 5734750 w 11269336"/>
              <a:gd name="connsiteY115" fmla="*/ 1939793 h 2323145"/>
              <a:gd name="connsiteX116" fmla="*/ 5733569 w 11269336"/>
              <a:gd name="connsiteY116" fmla="*/ 1940505 h 2323145"/>
              <a:gd name="connsiteX117" fmla="*/ 5730329 w 11269336"/>
              <a:gd name="connsiteY117" fmla="*/ 1937845 h 2323145"/>
              <a:gd name="connsiteX118" fmla="*/ 5724661 w 11269336"/>
              <a:gd name="connsiteY118" fmla="*/ 1937455 h 2323145"/>
              <a:gd name="connsiteX119" fmla="*/ 5710186 w 11269336"/>
              <a:gd name="connsiteY119" fmla="*/ 1941370 h 2323145"/>
              <a:gd name="connsiteX120" fmla="*/ 5704910 w 11269336"/>
              <a:gd name="connsiteY120" fmla="*/ 1943663 h 2323145"/>
              <a:gd name="connsiteX121" fmla="*/ 5696836 w 11269336"/>
              <a:gd name="connsiteY121" fmla="*/ 1945271 h 2323145"/>
              <a:gd name="connsiteX122" fmla="*/ 5696583 w 11269336"/>
              <a:gd name="connsiteY122" fmla="*/ 1945050 h 2323145"/>
              <a:gd name="connsiteX123" fmla="*/ 5689123 w 11269336"/>
              <a:gd name="connsiteY123" fmla="*/ 1947067 h 2323145"/>
              <a:gd name="connsiteX124" fmla="*/ 5653291 w 11269336"/>
              <a:gd name="connsiteY124" fmla="*/ 1960245 h 2323145"/>
              <a:gd name="connsiteX125" fmla="*/ 5599385 w 11269336"/>
              <a:gd name="connsiteY125" fmla="*/ 1945198 h 2323145"/>
              <a:gd name="connsiteX126" fmla="*/ 5578300 w 11269336"/>
              <a:gd name="connsiteY126" fmla="*/ 1944963 h 2323145"/>
              <a:gd name="connsiteX127" fmla="*/ 5566758 w 11269336"/>
              <a:gd name="connsiteY127" fmla="*/ 1943441 h 2323145"/>
              <a:gd name="connsiteX128" fmla="*/ 5565857 w 11269336"/>
              <a:gd name="connsiteY128" fmla="*/ 1942445 h 2323145"/>
              <a:gd name="connsiteX129" fmla="*/ 5531534 w 11269336"/>
              <a:gd name="connsiteY129" fmla="*/ 1955208 h 2323145"/>
              <a:gd name="connsiteX130" fmla="*/ 5526552 w 11269336"/>
              <a:gd name="connsiteY130" fmla="*/ 1954799 h 2323145"/>
              <a:gd name="connsiteX131" fmla="*/ 5504723 w 11269336"/>
              <a:gd name="connsiteY131" fmla="*/ 1965811 h 2323145"/>
              <a:gd name="connsiteX132" fmla="*/ 5493156 w 11269336"/>
              <a:gd name="connsiteY132" fmla="*/ 1970063 h 2323145"/>
              <a:gd name="connsiteX133" fmla="*/ 5490486 w 11269336"/>
              <a:gd name="connsiteY133" fmla="*/ 1974227 h 2323145"/>
              <a:gd name="connsiteX134" fmla="*/ 5473107 w 11269336"/>
              <a:gd name="connsiteY134" fmla="*/ 1979001 h 2323145"/>
              <a:gd name="connsiteX135" fmla="*/ 5470885 w 11269336"/>
              <a:gd name="connsiteY135" fmla="*/ 1978432 h 2323145"/>
              <a:gd name="connsiteX136" fmla="*/ 5457393 w 11269336"/>
              <a:gd name="connsiteY136" fmla="*/ 1986525 h 2323145"/>
              <a:gd name="connsiteX137" fmla="*/ 5447102 w 11269336"/>
              <a:gd name="connsiteY137" fmla="*/ 1998329 h 2323145"/>
              <a:gd name="connsiteX138" fmla="*/ 5159151 w 11269336"/>
              <a:gd name="connsiteY138" fmla="*/ 2029640 h 2323145"/>
              <a:gd name="connsiteX139" fmla="*/ 5041688 w 11269336"/>
              <a:gd name="connsiteY139" fmla="*/ 2022334 h 2323145"/>
              <a:gd name="connsiteX140" fmla="*/ 4860988 w 11269336"/>
              <a:gd name="connsiteY140" fmla="*/ 2135698 h 2323145"/>
              <a:gd name="connsiteX141" fmla="*/ 4807902 w 11269336"/>
              <a:gd name="connsiteY141" fmla="*/ 2138894 h 2323145"/>
              <a:gd name="connsiteX142" fmla="*/ 4765388 w 11269336"/>
              <a:gd name="connsiteY142" fmla="*/ 2162525 h 2323145"/>
              <a:gd name="connsiteX143" fmla="*/ 4745033 w 11269336"/>
              <a:gd name="connsiteY143" fmla="*/ 2158859 h 2323145"/>
              <a:gd name="connsiteX144" fmla="*/ 4741475 w 11269336"/>
              <a:gd name="connsiteY144" fmla="*/ 2157998 h 2323145"/>
              <a:gd name="connsiteX145" fmla="*/ 4728247 w 11269336"/>
              <a:gd name="connsiteY145" fmla="*/ 2159526 h 2323145"/>
              <a:gd name="connsiteX146" fmla="*/ 4723263 w 11269336"/>
              <a:gd name="connsiteY146" fmla="*/ 2153742 h 2323145"/>
              <a:gd name="connsiteX147" fmla="*/ 4702453 w 11269336"/>
              <a:gd name="connsiteY147" fmla="*/ 2151586 h 2323145"/>
              <a:gd name="connsiteX148" fmla="*/ 4678455 w 11269336"/>
              <a:gd name="connsiteY148" fmla="*/ 2156131 h 2323145"/>
              <a:gd name="connsiteX149" fmla="*/ 4593061 w 11269336"/>
              <a:gd name="connsiteY149" fmla="*/ 2171597 h 2323145"/>
              <a:gd name="connsiteX150" fmla="*/ 4579902 w 11269336"/>
              <a:gd name="connsiteY150" fmla="*/ 2177927 h 2323145"/>
              <a:gd name="connsiteX151" fmla="*/ 4533444 w 11269336"/>
              <a:gd name="connsiteY151" fmla="*/ 2181200 h 2323145"/>
              <a:gd name="connsiteX152" fmla="*/ 4492832 w 11269336"/>
              <a:gd name="connsiteY152" fmla="*/ 2188033 h 2323145"/>
              <a:gd name="connsiteX153" fmla="*/ 4467257 w 11269336"/>
              <a:gd name="connsiteY153" fmla="*/ 2196121 h 2323145"/>
              <a:gd name="connsiteX154" fmla="*/ 4459937 w 11269336"/>
              <a:gd name="connsiteY154" fmla="*/ 2195182 h 2323145"/>
              <a:gd name="connsiteX155" fmla="*/ 4433312 w 11269336"/>
              <a:gd name="connsiteY155" fmla="*/ 2199004 h 2323145"/>
              <a:gd name="connsiteX156" fmla="*/ 4420601 w 11269336"/>
              <a:gd name="connsiteY156" fmla="*/ 2205158 h 2323145"/>
              <a:gd name="connsiteX157" fmla="*/ 4405765 w 11269336"/>
              <a:gd name="connsiteY157" fmla="*/ 2199902 h 2323145"/>
              <a:gd name="connsiteX158" fmla="*/ 4401354 w 11269336"/>
              <a:gd name="connsiteY158" fmla="*/ 2194745 h 2323145"/>
              <a:gd name="connsiteX159" fmla="*/ 4383151 w 11269336"/>
              <a:gd name="connsiteY159" fmla="*/ 2201140 h 2323145"/>
              <a:gd name="connsiteX160" fmla="*/ 4366646 w 11269336"/>
              <a:gd name="connsiteY160" fmla="*/ 2198564 h 2323145"/>
              <a:gd name="connsiteX161" fmla="*/ 4354009 w 11269336"/>
              <a:gd name="connsiteY161" fmla="*/ 2204984 h 2323145"/>
              <a:gd name="connsiteX162" fmla="*/ 4348284 w 11269336"/>
              <a:gd name="connsiteY162" fmla="*/ 2205270 h 2323145"/>
              <a:gd name="connsiteX163" fmla="*/ 4333906 w 11269336"/>
              <a:gd name="connsiteY163" fmla="*/ 2205251 h 2323145"/>
              <a:gd name="connsiteX164" fmla="*/ 4308819 w 11269336"/>
              <a:gd name="connsiteY164" fmla="*/ 2203822 h 2323145"/>
              <a:gd name="connsiteX165" fmla="*/ 4301210 w 11269336"/>
              <a:gd name="connsiteY165" fmla="*/ 2204456 h 2323145"/>
              <a:gd name="connsiteX166" fmla="*/ 4283095 w 11269336"/>
              <a:gd name="connsiteY166" fmla="*/ 2198177 h 2323145"/>
              <a:gd name="connsiteX167" fmla="*/ 4250119 w 11269336"/>
              <a:gd name="connsiteY167" fmla="*/ 2196342 h 2323145"/>
              <a:gd name="connsiteX168" fmla="*/ 4189203 w 11269336"/>
              <a:gd name="connsiteY168" fmla="*/ 2178994 h 2323145"/>
              <a:gd name="connsiteX169" fmla="*/ 4154035 w 11269336"/>
              <a:gd name="connsiteY169" fmla="*/ 2171950 h 2323145"/>
              <a:gd name="connsiteX170" fmla="*/ 4129569 w 11269336"/>
              <a:gd name="connsiteY170" fmla="*/ 2163850 h 2323145"/>
              <a:gd name="connsiteX171" fmla="*/ 4061250 w 11269336"/>
              <a:gd name="connsiteY171" fmla="*/ 2159236 h 2323145"/>
              <a:gd name="connsiteX172" fmla="*/ 3945480 w 11269336"/>
              <a:gd name="connsiteY172" fmla="*/ 2158279 h 2323145"/>
              <a:gd name="connsiteX173" fmla="*/ 3921468 w 11269336"/>
              <a:gd name="connsiteY173" fmla="*/ 2156588 h 2323145"/>
              <a:gd name="connsiteX174" fmla="*/ 3903348 w 11269336"/>
              <a:gd name="connsiteY174" fmla="*/ 2149220 h 2323145"/>
              <a:gd name="connsiteX175" fmla="*/ 3901342 w 11269336"/>
              <a:gd name="connsiteY175" fmla="*/ 2142355 h 2323145"/>
              <a:gd name="connsiteX176" fmla="*/ 3888539 w 11269336"/>
              <a:gd name="connsiteY176" fmla="*/ 2140476 h 2323145"/>
              <a:gd name="connsiteX177" fmla="*/ 3885662 w 11269336"/>
              <a:gd name="connsiteY177" fmla="*/ 2138740 h 2323145"/>
              <a:gd name="connsiteX178" fmla="*/ 3868627 w 11269336"/>
              <a:gd name="connsiteY178" fmla="*/ 2130023 h 2323145"/>
              <a:gd name="connsiteX179" fmla="*/ 3819177 w 11269336"/>
              <a:gd name="connsiteY179" fmla="*/ 2142111 h 2323145"/>
              <a:gd name="connsiteX180" fmla="*/ 3769100 w 11269336"/>
              <a:gd name="connsiteY180" fmla="*/ 2131731 h 2323145"/>
              <a:gd name="connsiteX181" fmla="*/ 3562752 w 11269336"/>
              <a:gd name="connsiteY181" fmla="*/ 2131785 h 2323145"/>
              <a:gd name="connsiteX182" fmla="*/ 3541402 w 11269336"/>
              <a:gd name="connsiteY182" fmla="*/ 2106821 h 2323145"/>
              <a:gd name="connsiteX183" fmla="*/ 3365341 w 11269336"/>
              <a:gd name="connsiteY183" fmla="*/ 2077638 h 2323145"/>
              <a:gd name="connsiteX184" fmla="*/ 3170922 w 11269336"/>
              <a:gd name="connsiteY184" fmla="*/ 2115957 h 2323145"/>
              <a:gd name="connsiteX185" fmla="*/ 3156256 w 11269336"/>
              <a:gd name="connsiteY185" fmla="*/ 2124773 h 2323145"/>
              <a:gd name="connsiteX186" fmla="*/ 3140298 w 11269336"/>
              <a:gd name="connsiteY186" fmla="*/ 2129182 h 2323145"/>
              <a:gd name="connsiteX187" fmla="*/ 3138514 w 11269336"/>
              <a:gd name="connsiteY187" fmla="*/ 2128069 h 2323145"/>
              <a:gd name="connsiteX188" fmla="*/ 3120467 w 11269336"/>
              <a:gd name="connsiteY188" fmla="*/ 2128281 h 2323145"/>
              <a:gd name="connsiteX189" fmla="*/ 3116175 w 11269336"/>
              <a:gd name="connsiteY189" fmla="*/ 2131633 h 2323145"/>
              <a:gd name="connsiteX190" fmla="*/ 3103685 w 11269336"/>
              <a:gd name="connsiteY190" fmla="*/ 2132814 h 2323145"/>
              <a:gd name="connsiteX191" fmla="*/ 3078794 w 11269336"/>
              <a:gd name="connsiteY191" fmla="*/ 2137935 h 2323145"/>
              <a:gd name="connsiteX192" fmla="*/ 3074407 w 11269336"/>
              <a:gd name="connsiteY192" fmla="*/ 2136274 h 2323145"/>
              <a:gd name="connsiteX193" fmla="*/ 3037285 w 11269336"/>
              <a:gd name="connsiteY193" fmla="*/ 2139919 h 2323145"/>
              <a:gd name="connsiteX194" fmla="*/ 3036901 w 11269336"/>
              <a:gd name="connsiteY194" fmla="*/ 2138726 h 2323145"/>
              <a:gd name="connsiteX195" fmla="*/ 3026996 w 11269336"/>
              <a:gd name="connsiteY195" fmla="*/ 2134322 h 2323145"/>
              <a:gd name="connsiteX196" fmla="*/ 3007772 w 11269336"/>
              <a:gd name="connsiteY196" fmla="*/ 2128742 h 2323145"/>
              <a:gd name="connsiteX197" fmla="*/ 2965030 w 11269336"/>
              <a:gd name="connsiteY197" fmla="*/ 2100494 h 2323145"/>
              <a:gd name="connsiteX198" fmla="*/ 2926342 w 11269336"/>
              <a:gd name="connsiteY198" fmla="*/ 2104155 h 2323145"/>
              <a:gd name="connsiteX199" fmla="*/ 2918608 w 11269336"/>
              <a:gd name="connsiteY199" fmla="*/ 2104215 h 2323145"/>
              <a:gd name="connsiteX200" fmla="*/ 2918475 w 11269336"/>
              <a:gd name="connsiteY200" fmla="*/ 2103937 h 2323145"/>
              <a:gd name="connsiteX201" fmla="*/ 2910360 w 11269336"/>
              <a:gd name="connsiteY201" fmla="*/ 2103444 h 2323145"/>
              <a:gd name="connsiteX202" fmla="*/ 2904507 w 11269336"/>
              <a:gd name="connsiteY202" fmla="*/ 2104326 h 2323145"/>
              <a:gd name="connsiteX203" fmla="*/ 2889503 w 11269336"/>
              <a:gd name="connsiteY203" fmla="*/ 2104443 h 2323145"/>
              <a:gd name="connsiteX204" fmla="*/ 2884480 w 11269336"/>
              <a:gd name="connsiteY204" fmla="*/ 2102626 h 2323145"/>
              <a:gd name="connsiteX205" fmla="*/ 2882689 w 11269336"/>
              <a:gd name="connsiteY205" fmla="*/ 2099228 h 2323145"/>
              <a:gd name="connsiteX206" fmla="*/ 2881291 w 11269336"/>
              <a:gd name="connsiteY206" fmla="*/ 2099618 h 2323145"/>
              <a:gd name="connsiteX207" fmla="*/ 2853979 w 11269336"/>
              <a:gd name="connsiteY207" fmla="*/ 2090388 h 2323145"/>
              <a:gd name="connsiteX208" fmla="*/ 2791790 w 11269336"/>
              <a:gd name="connsiteY208" fmla="*/ 2080332 h 2323145"/>
              <a:gd name="connsiteX209" fmla="*/ 2755844 w 11269336"/>
              <a:gd name="connsiteY209" fmla="*/ 2078874 h 2323145"/>
              <a:gd name="connsiteX210" fmla="*/ 2657742 w 11269336"/>
              <a:gd name="connsiteY210" fmla="*/ 2070179 h 2323145"/>
              <a:gd name="connsiteX211" fmla="*/ 2559549 w 11269336"/>
              <a:gd name="connsiteY211" fmla="*/ 2057873 h 2323145"/>
              <a:gd name="connsiteX212" fmla="*/ 2512054 w 11269336"/>
              <a:gd name="connsiteY212" fmla="*/ 2031671 h 2323145"/>
              <a:gd name="connsiteX213" fmla="*/ 2506437 w 11269336"/>
              <a:gd name="connsiteY213" fmla="*/ 2030918 h 2323145"/>
              <a:gd name="connsiteX214" fmla="*/ 2491752 w 11269336"/>
              <a:gd name="connsiteY214" fmla="*/ 2033906 h 2323145"/>
              <a:gd name="connsiteX215" fmla="*/ 2486338 w 11269336"/>
              <a:gd name="connsiteY215" fmla="*/ 2035862 h 2323145"/>
              <a:gd name="connsiteX216" fmla="*/ 2478186 w 11269336"/>
              <a:gd name="connsiteY216" fmla="*/ 2036953 h 2323145"/>
              <a:gd name="connsiteX217" fmla="*/ 2477950 w 11269336"/>
              <a:gd name="connsiteY217" fmla="*/ 2036715 h 2323145"/>
              <a:gd name="connsiteX218" fmla="*/ 2470381 w 11269336"/>
              <a:gd name="connsiteY218" fmla="*/ 2038256 h 2323145"/>
              <a:gd name="connsiteX219" fmla="*/ 2433781 w 11269336"/>
              <a:gd name="connsiteY219" fmla="*/ 2049140 h 2323145"/>
              <a:gd name="connsiteX220" fmla="*/ 2381172 w 11269336"/>
              <a:gd name="connsiteY220" fmla="*/ 2030645 h 2323145"/>
              <a:gd name="connsiteX221" fmla="*/ 2360198 w 11269336"/>
              <a:gd name="connsiteY221" fmla="*/ 2029059 h 2323145"/>
              <a:gd name="connsiteX222" fmla="*/ 2348815 w 11269336"/>
              <a:gd name="connsiteY222" fmla="*/ 2026798 h 2323145"/>
              <a:gd name="connsiteX223" fmla="*/ 2347988 w 11269336"/>
              <a:gd name="connsiteY223" fmla="*/ 2025745 h 2323145"/>
              <a:gd name="connsiteX224" fmla="*/ 2312920 w 11269336"/>
              <a:gd name="connsiteY224" fmla="*/ 2036311 h 2323145"/>
              <a:gd name="connsiteX225" fmla="*/ 2307986 w 11269336"/>
              <a:gd name="connsiteY225" fmla="*/ 2035583 h 2323145"/>
              <a:gd name="connsiteX226" fmla="*/ 2285481 w 11269336"/>
              <a:gd name="connsiteY226" fmla="*/ 2045197 h 2323145"/>
              <a:gd name="connsiteX227" fmla="*/ 2273666 w 11269336"/>
              <a:gd name="connsiteY227" fmla="*/ 2048710 h 2323145"/>
              <a:gd name="connsiteX228" fmla="*/ 2270719 w 11269336"/>
              <a:gd name="connsiteY228" fmla="*/ 2052702 h 2323145"/>
              <a:gd name="connsiteX229" fmla="*/ 2253080 w 11269336"/>
              <a:gd name="connsiteY229" fmla="*/ 2056363 h 2323145"/>
              <a:gd name="connsiteX230" fmla="*/ 2250906 w 11269336"/>
              <a:gd name="connsiteY230" fmla="*/ 2055654 h 2323145"/>
              <a:gd name="connsiteX231" fmla="*/ 2236905 w 11269336"/>
              <a:gd name="connsiteY231" fmla="*/ 2062882 h 2323145"/>
              <a:gd name="connsiteX232" fmla="*/ 2225830 w 11269336"/>
              <a:gd name="connsiteY232" fmla="*/ 2074027 h 2323145"/>
              <a:gd name="connsiteX233" fmla="*/ 2073776 w 11269336"/>
              <a:gd name="connsiteY233" fmla="*/ 2089244 h 2323145"/>
              <a:gd name="connsiteX234" fmla="*/ 1948256 w 11269336"/>
              <a:gd name="connsiteY234" fmla="*/ 2146616 h 2323145"/>
              <a:gd name="connsiteX235" fmla="*/ 1865582 w 11269336"/>
              <a:gd name="connsiteY235" fmla="*/ 2153738 h 2323145"/>
              <a:gd name="connsiteX236" fmla="*/ 1835210 w 11269336"/>
              <a:gd name="connsiteY236" fmla="*/ 2134244 h 2323145"/>
              <a:gd name="connsiteX237" fmla="*/ 1632661 w 11269336"/>
              <a:gd name="connsiteY237" fmla="*/ 2173882 h 2323145"/>
              <a:gd name="connsiteX238" fmla="*/ 1579590 w 11269336"/>
              <a:gd name="connsiteY238" fmla="*/ 2173680 h 2323145"/>
              <a:gd name="connsiteX239" fmla="*/ 1535601 w 11269336"/>
              <a:gd name="connsiteY239" fmla="*/ 2194590 h 2323145"/>
              <a:gd name="connsiteX240" fmla="*/ 1515594 w 11269336"/>
              <a:gd name="connsiteY240" fmla="*/ 2189622 h 2323145"/>
              <a:gd name="connsiteX241" fmla="*/ 1512113 w 11269336"/>
              <a:gd name="connsiteY241" fmla="*/ 2188534 h 2323145"/>
              <a:gd name="connsiteX242" fmla="*/ 1498838 w 11269336"/>
              <a:gd name="connsiteY242" fmla="*/ 2189213 h 2323145"/>
              <a:gd name="connsiteX243" fmla="*/ 1494279 w 11269336"/>
              <a:gd name="connsiteY243" fmla="*/ 2183112 h 2323145"/>
              <a:gd name="connsiteX244" fmla="*/ 1473714 w 11269336"/>
              <a:gd name="connsiteY244" fmla="*/ 2179625 h 2323145"/>
              <a:gd name="connsiteX245" fmla="*/ 1449503 w 11269336"/>
              <a:gd name="connsiteY245" fmla="*/ 2182633 h 2323145"/>
              <a:gd name="connsiteX246" fmla="*/ 1266687 w 11269336"/>
              <a:gd name="connsiteY246" fmla="*/ 2212688 h 2323145"/>
              <a:gd name="connsiteX247" fmla="*/ 1239614 w 11269336"/>
              <a:gd name="connsiteY247" fmla="*/ 2209727 h 2323145"/>
              <a:gd name="connsiteX248" fmla="*/ 1202436 w 11269336"/>
              <a:gd name="connsiteY248" fmla="*/ 2209817 h 2323145"/>
              <a:gd name="connsiteX249" fmla="*/ 1136097 w 11269336"/>
              <a:gd name="connsiteY249" fmla="*/ 2205112 h 2323145"/>
              <a:gd name="connsiteX250" fmla="*/ 988232 w 11269336"/>
              <a:gd name="connsiteY250" fmla="*/ 2235635 h 2323145"/>
              <a:gd name="connsiteX251" fmla="*/ 981959 w 11269336"/>
              <a:gd name="connsiteY251" fmla="*/ 2231607 h 2323145"/>
              <a:gd name="connsiteX252" fmla="*/ 938600 w 11269336"/>
              <a:gd name="connsiteY252" fmla="*/ 2238113 h 2323145"/>
              <a:gd name="connsiteX253" fmla="*/ 791788 w 11269336"/>
              <a:gd name="connsiteY253" fmla="*/ 2293224 h 2323145"/>
              <a:gd name="connsiteX254" fmla="*/ 706914 w 11269336"/>
              <a:gd name="connsiteY254" fmla="*/ 2305046 h 2323145"/>
              <a:gd name="connsiteX255" fmla="*/ 675971 w 11269336"/>
              <a:gd name="connsiteY255" fmla="*/ 2304030 h 2323145"/>
              <a:gd name="connsiteX256" fmla="*/ 624180 w 11269336"/>
              <a:gd name="connsiteY256" fmla="*/ 2302650 h 2323145"/>
              <a:gd name="connsiteX257" fmla="*/ 583453 w 11269336"/>
              <a:gd name="connsiteY257" fmla="*/ 2288788 h 2323145"/>
              <a:gd name="connsiteX258" fmla="*/ 540946 w 11269336"/>
              <a:gd name="connsiteY258" fmla="*/ 2292721 h 2323145"/>
              <a:gd name="connsiteX259" fmla="*/ 533680 w 11269336"/>
              <a:gd name="connsiteY259" fmla="*/ 2310233 h 2323145"/>
              <a:gd name="connsiteX260" fmla="*/ 487366 w 11269336"/>
              <a:gd name="connsiteY260" fmla="*/ 2309053 h 2323145"/>
              <a:gd name="connsiteX261" fmla="*/ 416820 w 11269336"/>
              <a:gd name="connsiteY261" fmla="*/ 2305443 h 2323145"/>
              <a:gd name="connsiteX262" fmla="*/ 376805 w 11269336"/>
              <a:gd name="connsiteY262" fmla="*/ 2307647 h 2323145"/>
              <a:gd name="connsiteX263" fmla="*/ 266777 w 11269336"/>
              <a:gd name="connsiteY263" fmla="*/ 2309012 h 2323145"/>
              <a:gd name="connsiteX264" fmla="*/ 156013 w 11269336"/>
              <a:gd name="connsiteY264" fmla="*/ 2306832 h 2323145"/>
              <a:gd name="connsiteX265" fmla="*/ 87258 w 11269336"/>
              <a:gd name="connsiteY265" fmla="*/ 2285511 h 2323145"/>
              <a:gd name="connsiteX266" fmla="*/ 23798 w 11269336"/>
              <a:gd name="connsiteY266" fmla="*/ 2281822 h 2323145"/>
              <a:gd name="connsiteX267" fmla="*/ 0 w 11269336"/>
              <a:gd name="connsiteY267" fmla="*/ 2285369 h 2323145"/>
              <a:gd name="connsiteX268" fmla="*/ 0 w 11269336"/>
              <a:gd name="connsiteY26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795998 w 11269336"/>
              <a:gd name="connsiteY32" fmla="*/ 863337 h 2323145"/>
              <a:gd name="connsiteX33" fmla="*/ 8776970 w 11269336"/>
              <a:gd name="connsiteY33" fmla="*/ 885177 h 2323145"/>
              <a:gd name="connsiteX34" fmla="*/ 8755719 w 11269336"/>
              <a:gd name="connsiteY34" fmla="*/ 889754 h 2323145"/>
              <a:gd name="connsiteX35" fmla="*/ 8743257 w 11269336"/>
              <a:gd name="connsiteY35" fmla="*/ 904723 h 2323145"/>
              <a:gd name="connsiteX36" fmla="*/ 8721366 w 11269336"/>
              <a:gd name="connsiteY36" fmla="*/ 904711 h 2323145"/>
              <a:gd name="connsiteX37" fmla="*/ 8678353 w 11269336"/>
              <a:gd name="connsiteY37" fmla="*/ 926318 h 2323145"/>
              <a:gd name="connsiteX38" fmla="*/ 8636849 w 11269336"/>
              <a:gd name="connsiteY38" fmla="*/ 937900 h 2323145"/>
              <a:gd name="connsiteX39" fmla="*/ 8620213 w 11269336"/>
              <a:gd name="connsiteY39" fmla="*/ 943068 h 2323145"/>
              <a:gd name="connsiteX40" fmla="*/ 8612581 w 11269336"/>
              <a:gd name="connsiteY40" fmla="*/ 952695 h 2323145"/>
              <a:gd name="connsiteX41" fmla="*/ 8589038 w 11269336"/>
              <a:gd name="connsiteY41" fmla="*/ 963892 h 2323145"/>
              <a:gd name="connsiteX42" fmla="*/ 8579950 w 11269336"/>
              <a:gd name="connsiteY42" fmla="*/ 960899 h 2323145"/>
              <a:gd name="connsiteX43" fmla="*/ 8579319 w 11269336"/>
              <a:gd name="connsiteY43" fmla="*/ 965630 h 2323145"/>
              <a:gd name="connsiteX44" fmla="*/ 8547429 w 11269336"/>
              <a:gd name="connsiteY44" fmla="*/ 984506 h 2323145"/>
              <a:gd name="connsiteX45" fmla="*/ 8478704 w 11269336"/>
              <a:gd name="connsiteY45" fmla="*/ 1025490 h 2323145"/>
              <a:gd name="connsiteX46" fmla="*/ 8461421 w 11269336"/>
              <a:gd name="connsiteY46" fmla="*/ 1035512 h 2323145"/>
              <a:gd name="connsiteX47" fmla="*/ 8445003 w 11269336"/>
              <a:gd name="connsiteY47" fmla="*/ 1036851 h 2323145"/>
              <a:gd name="connsiteX48" fmla="*/ 8357350 w 11269336"/>
              <a:gd name="connsiteY48" fmla="*/ 1060213 h 2323145"/>
              <a:gd name="connsiteX49" fmla="*/ 8335565 w 11269336"/>
              <a:gd name="connsiteY49" fmla="*/ 1061151 h 2323145"/>
              <a:gd name="connsiteX50" fmla="*/ 8325267 w 11269336"/>
              <a:gd name="connsiteY50" fmla="*/ 1055919 h 2323145"/>
              <a:gd name="connsiteX51" fmla="*/ 8293586 w 11269336"/>
              <a:gd name="connsiteY51" fmla="*/ 1076144 h 2323145"/>
              <a:gd name="connsiteX52" fmla="*/ 8242405 w 11269336"/>
              <a:gd name="connsiteY52" fmla="*/ 1095960 h 2323145"/>
              <a:gd name="connsiteX53" fmla="*/ 8197391 w 11269336"/>
              <a:gd name="connsiteY53" fmla="*/ 1107746 h 2323145"/>
              <a:gd name="connsiteX54" fmla="*/ 8081474 w 11269336"/>
              <a:gd name="connsiteY54" fmla="*/ 1130125 h 2323145"/>
              <a:gd name="connsiteX55" fmla="*/ 8053585 w 11269336"/>
              <a:gd name="connsiteY55" fmla="*/ 1129169 h 2323145"/>
              <a:gd name="connsiteX56" fmla="*/ 8038422 w 11269336"/>
              <a:gd name="connsiteY56" fmla="*/ 1119092 h 2323145"/>
              <a:gd name="connsiteX57" fmla="*/ 8029450 w 11269336"/>
              <a:gd name="connsiteY57" fmla="*/ 1125592 h 2323145"/>
              <a:gd name="connsiteX58" fmla="*/ 7959552 w 11269336"/>
              <a:gd name="connsiteY58" fmla="*/ 1140188 h 2323145"/>
              <a:gd name="connsiteX59" fmla="*/ 7914188 w 11269336"/>
              <a:gd name="connsiteY59" fmla="*/ 1150862 h 2323145"/>
              <a:gd name="connsiteX60" fmla="*/ 7914918 w 11269336"/>
              <a:gd name="connsiteY60" fmla="*/ 1168758 h 2323145"/>
              <a:gd name="connsiteX61" fmla="*/ 7875510 w 11269336"/>
              <a:gd name="connsiteY61" fmla="*/ 1183153 h 2323145"/>
              <a:gd name="connsiteX62" fmla="*/ 7829932 w 11269336"/>
              <a:gd name="connsiteY62" fmla="*/ 1180782 h 2323145"/>
              <a:gd name="connsiteX63" fmla="*/ 7779182 w 11269336"/>
              <a:gd name="connsiteY63" fmla="*/ 1192665 h 2323145"/>
              <a:gd name="connsiteX64" fmla="*/ 7748774 w 11269336"/>
              <a:gd name="connsiteY64" fmla="*/ 1199586 h 2323145"/>
              <a:gd name="connsiteX65" fmla="*/ 7671846 w 11269336"/>
              <a:gd name="connsiteY65" fmla="*/ 1231966 h 2323145"/>
              <a:gd name="connsiteX66" fmla="*/ 7554146 w 11269336"/>
              <a:gd name="connsiteY66" fmla="*/ 1319748 h 2323145"/>
              <a:gd name="connsiteX67" fmla="*/ 7515052 w 11269336"/>
              <a:gd name="connsiteY67" fmla="*/ 1336718 h 2323145"/>
              <a:gd name="connsiteX68" fmla="*/ 7507193 w 11269336"/>
              <a:gd name="connsiteY68" fmla="*/ 1334617 h 2323145"/>
              <a:gd name="connsiteX69" fmla="*/ 7461694 w 11269336"/>
              <a:gd name="connsiteY69" fmla="*/ 1375866 h 2323145"/>
              <a:gd name="connsiteX70" fmla="*/ 7377571 w 11269336"/>
              <a:gd name="connsiteY70" fmla="*/ 1400128 h 2323145"/>
              <a:gd name="connsiteX71" fmla="*/ 7311261 w 11269336"/>
              <a:gd name="connsiteY71" fmla="*/ 1412652 h 2323145"/>
              <a:gd name="connsiteX72" fmla="*/ 7275307 w 11269336"/>
              <a:gd name="connsiteY72" fmla="*/ 1422171 h 2323145"/>
              <a:gd name="connsiteX73" fmla="*/ 7247783 w 11269336"/>
              <a:gd name="connsiteY73" fmla="*/ 1426330 h 2323145"/>
              <a:gd name="connsiteX74" fmla="*/ 7185047 w 11269336"/>
              <a:gd name="connsiteY74" fmla="*/ 1451812 h 2323145"/>
              <a:gd name="connsiteX75" fmla="*/ 7084117 w 11269336"/>
              <a:gd name="connsiteY75" fmla="*/ 1500281 h 2323145"/>
              <a:gd name="connsiteX76" fmla="*/ 7062011 w 11269336"/>
              <a:gd name="connsiteY76" fmla="*/ 1509183 h 2323145"/>
              <a:gd name="connsiteX77" fmla="*/ 7040555 w 11269336"/>
              <a:gd name="connsiteY77" fmla="*/ 1511207 h 2323145"/>
              <a:gd name="connsiteX78" fmla="*/ 7033438 w 11269336"/>
              <a:gd name="connsiteY78" fmla="*/ 1506772 h 2323145"/>
              <a:gd name="connsiteX79" fmla="*/ 7020886 w 11269336"/>
              <a:gd name="connsiteY79" fmla="*/ 1510764 h 2323145"/>
              <a:gd name="connsiteX80" fmla="*/ 7017033 w 11269336"/>
              <a:gd name="connsiteY80" fmla="*/ 1510650 h 2323145"/>
              <a:gd name="connsiteX81" fmla="*/ 6995460 w 11269336"/>
              <a:gd name="connsiteY81" fmla="*/ 1511173 h 2323145"/>
              <a:gd name="connsiteX82" fmla="*/ 6962144 w 11269336"/>
              <a:gd name="connsiteY82" fmla="*/ 1541508 h 2323145"/>
              <a:gd name="connsiteX83" fmla="*/ 6910674 w 11269336"/>
              <a:gd name="connsiteY83" fmla="*/ 1554793 h 2323145"/>
              <a:gd name="connsiteX84" fmla="*/ 6732152 w 11269336"/>
              <a:gd name="connsiteY84" fmla="*/ 1642538 h 2323145"/>
              <a:gd name="connsiteX85" fmla="*/ 6694106 w 11269336"/>
              <a:gd name="connsiteY85" fmla="*/ 1632377 h 2323145"/>
              <a:gd name="connsiteX86" fmla="*/ 6617223 w 11269336"/>
              <a:gd name="connsiteY86" fmla="*/ 1659889 h 2323145"/>
              <a:gd name="connsiteX87" fmla="*/ 6521138 w 11269336"/>
              <a:gd name="connsiteY87" fmla="*/ 1744340 h 2323145"/>
              <a:gd name="connsiteX88" fmla="*/ 6380677 w 11269336"/>
              <a:gd name="connsiteY88" fmla="*/ 1796883 h 2323145"/>
              <a:gd name="connsiteX89" fmla="*/ 6374897 w 11269336"/>
              <a:gd name="connsiteY89" fmla="*/ 1809910 h 2323145"/>
              <a:gd name="connsiteX90" fmla="*/ 6364545 w 11269336"/>
              <a:gd name="connsiteY90" fmla="*/ 1820090 h 2323145"/>
              <a:gd name="connsiteX91" fmla="*/ 6362126 w 11269336"/>
              <a:gd name="connsiteY91" fmla="*/ 1819991 h 2323145"/>
              <a:gd name="connsiteX92" fmla="*/ 6346673 w 11269336"/>
              <a:gd name="connsiteY92" fmla="*/ 1827824 h 2323145"/>
              <a:gd name="connsiteX93" fmla="*/ 6345588 w 11269336"/>
              <a:gd name="connsiteY93" fmla="*/ 1832232 h 2323145"/>
              <a:gd name="connsiteX94" fmla="*/ 6335708 w 11269336"/>
              <a:gd name="connsiteY94" fmla="*/ 1838451 h 2323145"/>
              <a:gd name="connsiteX95" fmla="*/ 6318182 w 11269336"/>
              <a:gd name="connsiteY95" fmla="*/ 1852975 h 2323145"/>
              <a:gd name="connsiteX96" fmla="*/ 6313084 w 11269336"/>
              <a:gd name="connsiteY96" fmla="*/ 1853561 h 2323145"/>
              <a:gd name="connsiteX97" fmla="*/ 6283816 w 11269336"/>
              <a:gd name="connsiteY97" fmla="*/ 1872148 h 2323145"/>
              <a:gd name="connsiteX98" fmla="*/ 6282550 w 11269336"/>
              <a:gd name="connsiteY98" fmla="*/ 1871392 h 2323145"/>
              <a:gd name="connsiteX99" fmla="*/ 6270527 w 11269336"/>
              <a:gd name="connsiteY99" fmla="*/ 1872208 h 2323145"/>
              <a:gd name="connsiteX100" fmla="*/ 6249518 w 11269336"/>
              <a:gd name="connsiteY100" fmla="*/ 1876079 h 2323145"/>
              <a:gd name="connsiteX101" fmla="*/ 6190386 w 11269336"/>
              <a:gd name="connsiteY101" fmla="*/ 1872478 h 2323145"/>
              <a:gd name="connsiteX102" fmla="*/ 6159777 w 11269336"/>
              <a:gd name="connsiteY102" fmla="*/ 1891745 h 2323145"/>
              <a:gd name="connsiteX103" fmla="*/ 6153131 w 11269336"/>
              <a:gd name="connsiteY103" fmla="*/ 1895079 h 2323145"/>
              <a:gd name="connsiteX104" fmla="*/ 6152798 w 11269336"/>
              <a:gd name="connsiteY104" fmla="*/ 1894920 h 2323145"/>
              <a:gd name="connsiteX105" fmla="*/ 6145388 w 11269336"/>
              <a:gd name="connsiteY105" fmla="*/ 1897990 h 2323145"/>
              <a:gd name="connsiteX106" fmla="*/ 6141014 w 11269336"/>
              <a:gd name="connsiteY106" fmla="*/ 1901155 h 2323145"/>
              <a:gd name="connsiteX107" fmla="*/ 6128122 w 11269336"/>
              <a:gd name="connsiteY107" fmla="*/ 1907623 h 2323145"/>
              <a:gd name="connsiteX108" fmla="*/ 6122351 w 11269336"/>
              <a:gd name="connsiteY108" fmla="*/ 1908359 h 2323145"/>
              <a:gd name="connsiteX109" fmla="*/ 6064750 w 11269336"/>
              <a:gd name="connsiteY109" fmla="*/ 1896394 h 2323145"/>
              <a:gd name="connsiteX110" fmla="*/ 5964230 w 11269336"/>
              <a:gd name="connsiteY110" fmla="*/ 1910038 h 2323145"/>
              <a:gd name="connsiteX111" fmla="*/ 5865399 w 11269336"/>
              <a:gd name="connsiteY111" fmla="*/ 1926966 h 2323145"/>
              <a:gd name="connsiteX112" fmla="*/ 5829951 w 11269336"/>
              <a:gd name="connsiteY112" fmla="*/ 1934755 h 2323145"/>
              <a:gd name="connsiteX113" fmla="*/ 5765285 w 11269336"/>
              <a:gd name="connsiteY113" fmla="*/ 1941322 h 2323145"/>
              <a:gd name="connsiteX114" fmla="*/ 5734750 w 11269336"/>
              <a:gd name="connsiteY114" fmla="*/ 1939793 h 2323145"/>
              <a:gd name="connsiteX115" fmla="*/ 5733569 w 11269336"/>
              <a:gd name="connsiteY115" fmla="*/ 1940505 h 2323145"/>
              <a:gd name="connsiteX116" fmla="*/ 5730329 w 11269336"/>
              <a:gd name="connsiteY116" fmla="*/ 1937845 h 2323145"/>
              <a:gd name="connsiteX117" fmla="*/ 5724661 w 11269336"/>
              <a:gd name="connsiteY117" fmla="*/ 1937455 h 2323145"/>
              <a:gd name="connsiteX118" fmla="*/ 5710186 w 11269336"/>
              <a:gd name="connsiteY118" fmla="*/ 1941370 h 2323145"/>
              <a:gd name="connsiteX119" fmla="*/ 5704910 w 11269336"/>
              <a:gd name="connsiteY119" fmla="*/ 1943663 h 2323145"/>
              <a:gd name="connsiteX120" fmla="*/ 5696836 w 11269336"/>
              <a:gd name="connsiteY120" fmla="*/ 1945271 h 2323145"/>
              <a:gd name="connsiteX121" fmla="*/ 5696583 w 11269336"/>
              <a:gd name="connsiteY121" fmla="*/ 1945050 h 2323145"/>
              <a:gd name="connsiteX122" fmla="*/ 5689123 w 11269336"/>
              <a:gd name="connsiteY122" fmla="*/ 1947067 h 2323145"/>
              <a:gd name="connsiteX123" fmla="*/ 5653291 w 11269336"/>
              <a:gd name="connsiteY123" fmla="*/ 1960245 h 2323145"/>
              <a:gd name="connsiteX124" fmla="*/ 5599385 w 11269336"/>
              <a:gd name="connsiteY124" fmla="*/ 1945198 h 2323145"/>
              <a:gd name="connsiteX125" fmla="*/ 5578300 w 11269336"/>
              <a:gd name="connsiteY125" fmla="*/ 1944963 h 2323145"/>
              <a:gd name="connsiteX126" fmla="*/ 5566758 w 11269336"/>
              <a:gd name="connsiteY126" fmla="*/ 1943441 h 2323145"/>
              <a:gd name="connsiteX127" fmla="*/ 5565857 w 11269336"/>
              <a:gd name="connsiteY127" fmla="*/ 1942445 h 2323145"/>
              <a:gd name="connsiteX128" fmla="*/ 5531534 w 11269336"/>
              <a:gd name="connsiteY128" fmla="*/ 1955208 h 2323145"/>
              <a:gd name="connsiteX129" fmla="*/ 5526552 w 11269336"/>
              <a:gd name="connsiteY129" fmla="*/ 1954799 h 2323145"/>
              <a:gd name="connsiteX130" fmla="*/ 5504723 w 11269336"/>
              <a:gd name="connsiteY130" fmla="*/ 1965811 h 2323145"/>
              <a:gd name="connsiteX131" fmla="*/ 5493156 w 11269336"/>
              <a:gd name="connsiteY131" fmla="*/ 1970063 h 2323145"/>
              <a:gd name="connsiteX132" fmla="*/ 5490486 w 11269336"/>
              <a:gd name="connsiteY132" fmla="*/ 1974227 h 2323145"/>
              <a:gd name="connsiteX133" fmla="*/ 5473107 w 11269336"/>
              <a:gd name="connsiteY133" fmla="*/ 1979001 h 2323145"/>
              <a:gd name="connsiteX134" fmla="*/ 5470885 w 11269336"/>
              <a:gd name="connsiteY134" fmla="*/ 1978432 h 2323145"/>
              <a:gd name="connsiteX135" fmla="*/ 5457393 w 11269336"/>
              <a:gd name="connsiteY135" fmla="*/ 1986525 h 2323145"/>
              <a:gd name="connsiteX136" fmla="*/ 5447102 w 11269336"/>
              <a:gd name="connsiteY136" fmla="*/ 1998329 h 2323145"/>
              <a:gd name="connsiteX137" fmla="*/ 5159151 w 11269336"/>
              <a:gd name="connsiteY137" fmla="*/ 2029640 h 2323145"/>
              <a:gd name="connsiteX138" fmla="*/ 5041688 w 11269336"/>
              <a:gd name="connsiteY138" fmla="*/ 2022334 h 2323145"/>
              <a:gd name="connsiteX139" fmla="*/ 4860988 w 11269336"/>
              <a:gd name="connsiteY139" fmla="*/ 2135698 h 2323145"/>
              <a:gd name="connsiteX140" fmla="*/ 4807902 w 11269336"/>
              <a:gd name="connsiteY140" fmla="*/ 2138894 h 2323145"/>
              <a:gd name="connsiteX141" fmla="*/ 4765388 w 11269336"/>
              <a:gd name="connsiteY141" fmla="*/ 2162525 h 2323145"/>
              <a:gd name="connsiteX142" fmla="*/ 4745033 w 11269336"/>
              <a:gd name="connsiteY142" fmla="*/ 2158859 h 2323145"/>
              <a:gd name="connsiteX143" fmla="*/ 4741475 w 11269336"/>
              <a:gd name="connsiteY143" fmla="*/ 2157998 h 2323145"/>
              <a:gd name="connsiteX144" fmla="*/ 4728247 w 11269336"/>
              <a:gd name="connsiteY144" fmla="*/ 2159526 h 2323145"/>
              <a:gd name="connsiteX145" fmla="*/ 4723263 w 11269336"/>
              <a:gd name="connsiteY145" fmla="*/ 2153742 h 2323145"/>
              <a:gd name="connsiteX146" fmla="*/ 4702453 w 11269336"/>
              <a:gd name="connsiteY146" fmla="*/ 2151586 h 2323145"/>
              <a:gd name="connsiteX147" fmla="*/ 4678455 w 11269336"/>
              <a:gd name="connsiteY147" fmla="*/ 2156131 h 2323145"/>
              <a:gd name="connsiteX148" fmla="*/ 4593061 w 11269336"/>
              <a:gd name="connsiteY148" fmla="*/ 2171597 h 2323145"/>
              <a:gd name="connsiteX149" fmla="*/ 4579902 w 11269336"/>
              <a:gd name="connsiteY149" fmla="*/ 2177927 h 2323145"/>
              <a:gd name="connsiteX150" fmla="*/ 4533444 w 11269336"/>
              <a:gd name="connsiteY150" fmla="*/ 2181200 h 2323145"/>
              <a:gd name="connsiteX151" fmla="*/ 4492832 w 11269336"/>
              <a:gd name="connsiteY151" fmla="*/ 2188033 h 2323145"/>
              <a:gd name="connsiteX152" fmla="*/ 4467257 w 11269336"/>
              <a:gd name="connsiteY152" fmla="*/ 2196121 h 2323145"/>
              <a:gd name="connsiteX153" fmla="*/ 4459937 w 11269336"/>
              <a:gd name="connsiteY153" fmla="*/ 2195182 h 2323145"/>
              <a:gd name="connsiteX154" fmla="*/ 4433312 w 11269336"/>
              <a:gd name="connsiteY154" fmla="*/ 2199004 h 2323145"/>
              <a:gd name="connsiteX155" fmla="*/ 4420601 w 11269336"/>
              <a:gd name="connsiteY155" fmla="*/ 2205158 h 2323145"/>
              <a:gd name="connsiteX156" fmla="*/ 4405765 w 11269336"/>
              <a:gd name="connsiteY156" fmla="*/ 2199902 h 2323145"/>
              <a:gd name="connsiteX157" fmla="*/ 4401354 w 11269336"/>
              <a:gd name="connsiteY157" fmla="*/ 2194745 h 2323145"/>
              <a:gd name="connsiteX158" fmla="*/ 4383151 w 11269336"/>
              <a:gd name="connsiteY158" fmla="*/ 2201140 h 2323145"/>
              <a:gd name="connsiteX159" fmla="*/ 4366646 w 11269336"/>
              <a:gd name="connsiteY159" fmla="*/ 2198564 h 2323145"/>
              <a:gd name="connsiteX160" fmla="*/ 4354009 w 11269336"/>
              <a:gd name="connsiteY160" fmla="*/ 2204984 h 2323145"/>
              <a:gd name="connsiteX161" fmla="*/ 4348284 w 11269336"/>
              <a:gd name="connsiteY161" fmla="*/ 2205270 h 2323145"/>
              <a:gd name="connsiteX162" fmla="*/ 4333906 w 11269336"/>
              <a:gd name="connsiteY162" fmla="*/ 2205251 h 2323145"/>
              <a:gd name="connsiteX163" fmla="*/ 4308819 w 11269336"/>
              <a:gd name="connsiteY163" fmla="*/ 2203822 h 2323145"/>
              <a:gd name="connsiteX164" fmla="*/ 4301210 w 11269336"/>
              <a:gd name="connsiteY164" fmla="*/ 2204456 h 2323145"/>
              <a:gd name="connsiteX165" fmla="*/ 4283095 w 11269336"/>
              <a:gd name="connsiteY165" fmla="*/ 2198177 h 2323145"/>
              <a:gd name="connsiteX166" fmla="*/ 4250119 w 11269336"/>
              <a:gd name="connsiteY166" fmla="*/ 2196342 h 2323145"/>
              <a:gd name="connsiteX167" fmla="*/ 4189203 w 11269336"/>
              <a:gd name="connsiteY167" fmla="*/ 2178994 h 2323145"/>
              <a:gd name="connsiteX168" fmla="*/ 4154035 w 11269336"/>
              <a:gd name="connsiteY168" fmla="*/ 2171950 h 2323145"/>
              <a:gd name="connsiteX169" fmla="*/ 4129569 w 11269336"/>
              <a:gd name="connsiteY169" fmla="*/ 2163850 h 2323145"/>
              <a:gd name="connsiteX170" fmla="*/ 4061250 w 11269336"/>
              <a:gd name="connsiteY170" fmla="*/ 2159236 h 2323145"/>
              <a:gd name="connsiteX171" fmla="*/ 3945480 w 11269336"/>
              <a:gd name="connsiteY171" fmla="*/ 2158279 h 2323145"/>
              <a:gd name="connsiteX172" fmla="*/ 3921468 w 11269336"/>
              <a:gd name="connsiteY172" fmla="*/ 2156588 h 2323145"/>
              <a:gd name="connsiteX173" fmla="*/ 3903348 w 11269336"/>
              <a:gd name="connsiteY173" fmla="*/ 2149220 h 2323145"/>
              <a:gd name="connsiteX174" fmla="*/ 3901342 w 11269336"/>
              <a:gd name="connsiteY174" fmla="*/ 2142355 h 2323145"/>
              <a:gd name="connsiteX175" fmla="*/ 3888539 w 11269336"/>
              <a:gd name="connsiteY175" fmla="*/ 2140476 h 2323145"/>
              <a:gd name="connsiteX176" fmla="*/ 3885662 w 11269336"/>
              <a:gd name="connsiteY176" fmla="*/ 2138740 h 2323145"/>
              <a:gd name="connsiteX177" fmla="*/ 3868627 w 11269336"/>
              <a:gd name="connsiteY177" fmla="*/ 2130023 h 2323145"/>
              <a:gd name="connsiteX178" fmla="*/ 3819177 w 11269336"/>
              <a:gd name="connsiteY178" fmla="*/ 2142111 h 2323145"/>
              <a:gd name="connsiteX179" fmla="*/ 3769100 w 11269336"/>
              <a:gd name="connsiteY179" fmla="*/ 2131731 h 2323145"/>
              <a:gd name="connsiteX180" fmla="*/ 3562752 w 11269336"/>
              <a:gd name="connsiteY180" fmla="*/ 2131785 h 2323145"/>
              <a:gd name="connsiteX181" fmla="*/ 3541402 w 11269336"/>
              <a:gd name="connsiteY181" fmla="*/ 2106821 h 2323145"/>
              <a:gd name="connsiteX182" fmla="*/ 3365341 w 11269336"/>
              <a:gd name="connsiteY182" fmla="*/ 2077638 h 2323145"/>
              <a:gd name="connsiteX183" fmla="*/ 3170922 w 11269336"/>
              <a:gd name="connsiteY183" fmla="*/ 2115957 h 2323145"/>
              <a:gd name="connsiteX184" fmla="*/ 3156256 w 11269336"/>
              <a:gd name="connsiteY184" fmla="*/ 2124773 h 2323145"/>
              <a:gd name="connsiteX185" fmla="*/ 3140298 w 11269336"/>
              <a:gd name="connsiteY185" fmla="*/ 2129182 h 2323145"/>
              <a:gd name="connsiteX186" fmla="*/ 3138514 w 11269336"/>
              <a:gd name="connsiteY186" fmla="*/ 2128069 h 2323145"/>
              <a:gd name="connsiteX187" fmla="*/ 3120467 w 11269336"/>
              <a:gd name="connsiteY187" fmla="*/ 2128281 h 2323145"/>
              <a:gd name="connsiteX188" fmla="*/ 3116175 w 11269336"/>
              <a:gd name="connsiteY188" fmla="*/ 2131633 h 2323145"/>
              <a:gd name="connsiteX189" fmla="*/ 3103685 w 11269336"/>
              <a:gd name="connsiteY189" fmla="*/ 2132814 h 2323145"/>
              <a:gd name="connsiteX190" fmla="*/ 3078794 w 11269336"/>
              <a:gd name="connsiteY190" fmla="*/ 2137935 h 2323145"/>
              <a:gd name="connsiteX191" fmla="*/ 3074407 w 11269336"/>
              <a:gd name="connsiteY191" fmla="*/ 2136274 h 2323145"/>
              <a:gd name="connsiteX192" fmla="*/ 3037285 w 11269336"/>
              <a:gd name="connsiteY192" fmla="*/ 2139919 h 2323145"/>
              <a:gd name="connsiteX193" fmla="*/ 3036901 w 11269336"/>
              <a:gd name="connsiteY193" fmla="*/ 2138726 h 2323145"/>
              <a:gd name="connsiteX194" fmla="*/ 3026996 w 11269336"/>
              <a:gd name="connsiteY194" fmla="*/ 2134322 h 2323145"/>
              <a:gd name="connsiteX195" fmla="*/ 3007772 w 11269336"/>
              <a:gd name="connsiteY195" fmla="*/ 2128742 h 2323145"/>
              <a:gd name="connsiteX196" fmla="*/ 2965030 w 11269336"/>
              <a:gd name="connsiteY196" fmla="*/ 2100494 h 2323145"/>
              <a:gd name="connsiteX197" fmla="*/ 2926342 w 11269336"/>
              <a:gd name="connsiteY197" fmla="*/ 2104155 h 2323145"/>
              <a:gd name="connsiteX198" fmla="*/ 2918608 w 11269336"/>
              <a:gd name="connsiteY198" fmla="*/ 2104215 h 2323145"/>
              <a:gd name="connsiteX199" fmla="*/ 2918475 w 11269336"/>
              <a:gd name="connsiteY199" fmla="*/ 2103937 h 2323145"/>
              <a:gd name="connsiteX200" fmla="*/ 2910360 w 11269336"/>
              <a:gd name="connsiteY200" fmla="*/ 2103444 h 2323145"/>
              <a:gd name="connsiteX201" fmla="*/ 2904507 w 11269336"/>
              <a:gd name="connsiteY201" fmla="*/ 2104326 h 2323145"/>
              <a:gd name="connsiteX202" fmla="*/ 2889503 w 11269336"/>
              <a:gd name="connsiteY202" fmla="*/ 2104443 h 2323145"/>
              <a:gd name="connsiteX203" fmla="*/ 2884480 w 11269336"/>
              <a:gd name="connsiteY203" fmla="*/ 2102626 h 2323145"/>
              <a:gd name="connsiteX204" fmla="*/ 2882689 w 11269336"/>
              <a:gd name="connsiteY204" fmla="*/ 2099228 h 2323145"/>
              <a:gd name="connsiteX205" fmla="*/ 2881291 w 11269336"/>
              <a:gd name="connsiteY205" fmla="*/ 2099618 h 2323145"/>
              <a:gd name="connsiteX206" fmla="*/ 2853979 w 11269336"/>
              <a:gd name="connsiteY206" fmla="*/ 2090388 h 2323145"/>
              <a:gd name="connsiteX207" fmla="*/ 2791790 w 11269336"/>
              <a:gd name="connsiteY207" fmla="*/ 2080332 h 2323145"/>
              <a:gd name="connsiteX208" fmla="*/ 2755844 w 11269336"/>
              <a:gd name="connsiteY208" fmla="*/ 2078874 h 2323145"/>
              <a:gd name="connsiteX209" fmla="*/ 2657742 w 11269336"/>
              <a:gd name="connsiteY209" fmla="*/ 2070179 h 2323145"/>
              <a:gd name="connsiteX210" fmla="*/ 2559549 w 11269336"/>
              <a:gd name="connsiteY210" fmla="*/ 2057873 h 2323145"/>
              <a:gd name="connsiteX211" fmla="*/ 2512054 w 11269336"/>
              <a:gd name="connsiteY211" fmla="*/ 2031671 h 2323145"/>
              <a:gd name="connsiteX212" fmla="*/ 2506437 w 11269336"/>
              <a:gd name="connsiteY212" fmla="*/ 2030918 h 2323145"/>
              <a:gd name="connsiteX213" fmla="*/ 2491752 w 11269336"/>
              <a:gd name="connsiteY213" fmla="*/ 2033906 h 2323145"/>
              <a:gd name="connsiteX214" fmla="*/ 2486338 w 11269336"/>
              <a:gd name="connsiteY214" fmla="*/ 2035862 h 2323145"/>
              <a:gd name="connsiteX215" fmla="*/ 2478186 w 11269336"/>
              <a:gd name="connsiteY215" fmla="*/ 2036953 h 2323145"/>
              <a:gd name="connsiteX216" fmla="*/ 2477950 w 11269336"/>
              <a:gd name="connsiteY216" fmla="*/ 2036715 h 2323145"/>
              <a:gd name="connsiteX217" fmla="*/ 2470381 w 11269336"/>
              <a:gd name="connsiteY217" fmla="*/ 2038256 h 2323145"/>
              <a:gd name="connsiteX218" fmla="*/ 2433781 w 11269336"/>
              <a:gd name="connsiteY218" fmla="*/ 2049140 h 2323145"/>
              <a:gd name="connsiteX219" fmla="*/ 2381172 w 11269336"/>
              <a:gd name="connsiteY219" fmla="*/ 2030645 h 2323145"/>
              <a:gd name="connsiteX220" fmla="*/ 2360198 w 11269336"/>
              <a:gd name="connsiteY220" fmla="*/ 2029059 h 2323145"/>
              <a:gd name="connsiteX221" fmla="*/ 2348815 w 11269336"/>
              <a:gd name="connsiteY221" fmla="*/ 2026798 h 2323145"/>
              <a:gd name="connsiteX222" fmla="*/ 2347988 w 11269336"/>
              <a:gd name="connsiteY222" fmla="*/ 2025745 h 2323145"/>
              <a:gd name="connsiteX223" fmla="*/ 2312920 w 11269336"/>
              <a:gd name="connsiteY223" fmla="*/ 2036311 h 2323145"/>
              <a:gd name="connsiteX224" fmla="*/ 2307986 w 11269336"/>
              <a:gd name="connsiteY224" fmla="*/ 2035583 h 2323145"/>
              <a:gd name="connsiteX225" fmla="*/ 2285481 w 11269336"/>
              <a:gd name="connsiteY225" fmla="*/ 2045197 h 2323145"/>
              <a:gd name="connsiteX226" fmla="*/ 2273666 w 11269336"/>
              <a:gd name="connsiteY226" fmla="*/ 2048710 h 2323145"/>
              <a:gd name="connsiteX227" fmla="*/ 2270719 w 11269336"/>
              <a:gd name="connsiteY227" fmla="*/ 2052702 h 2323145"/>
              <a:gd name="connsiteX228" fmla="*/ 2253080 w 11269336"/>
              <a:gd name="connsiteY228" fmla="*/ 2056363 h 2323145"/>
              <a:gd name="connsiteX229" fmla="*/ 2250906 w 11269336"/>
              <a:gd name="connsiteY229" fmla="*/ 2055654 h 2323145"/>
              <a:gd name="connsiteX230" fmla="*/ 2236905 w 11269336"/>
              <a:gd name="connsiteY230" fmla="*/ 2062882 h 2323145"/>
              <a:gd name="connsiteX231" fmla="*/ 2225830 w 11269336"/>
              <a:gd name="connsiteY231" fmla="*/ 2074027 h 2323145"/>
              <a:gd name="connsiteX232" fmla="*/ 2073776 w 11269336"/>
              <a:gd name="connsiteY232" fmla="*/ 2089244 h 2323145"/>
              <a:gd name="connsiteX233" fmla="*/ 1948256 w 11269336"/>
              <a:gd name="connsiteY233" fmla="*/ 2146616 h 2323145"/>
              <a:gd name="connsiteX234" fmla="*/ 1865582 w 11269336"/>
              <a:gd name="connsiteY234" fmla="*/ 2153738 h 2323145"/>
              <a:gd name="connsiteX235" fmla="*/ 1835210 w 11269336"/>
              <a:gd name="connsiteY235" fmla="*/ 2134244 h 2323145"/>
              <a:gd name="connsiteX236" fmla="*/ 1632661 w 11269336"/>
              <a:gd name="connsiteY236" fmla="*/ 2173882 h 2323145"/>
              <a:gd name="connsiteX237" fmla="*/ 1579590 w 11269336"/>
              <a:gd name="connsiteY237" fmla="*/ 2173680 h 2323145"/>
              <a:gd name="connsiteX238" fmla="*/ 1535601 w 11269336"/>
              <a:gd name="connsiteY238" fmla="*/ 2194590 h 2323145"/>
              <a:gd name="connsiteX239" fmla="*/ 1515594 w 11269336"/>
              <a:gd name="connsiteY239" fmla="*/ 2189622 h 2323145"/>
              <a:gd name="connsiteX240" fmla="*/ 1512113 w 11269336"/>
              <a:gd name="connsiteY240" fmla="*/ 2188534 h 2323145"/>
              <a:gd name="connsiteX241" fmla="*/ 1498838 w 11269336"/>
              <a:gd name="connsiteY241" fmla="*/ 2189213 h 2323145"/>
              <a:gd name="connsiteX242" fmla="*/ 1494279 w 11269336"/>
              <a:gd name="connsiteY242" fmla="*/ 2183112 h 2323145"/>
              <a:gd name="connsiteX243" fmla="*/ 1473714 w 11269336"/>
              <a:gd name="connsiteY243" fmla="*/ 2179625 h 2323145"/>
              <a:gd name="connsiteX244" fmla="*/ 1449503 w 11269336"/>
              <a:gd name="connsiteY244" fmla="*/ 2182633 h 2323145"/>
              <a:gd name="connsiteX245" fmla="*/ 1266687 w 11269336"/>
              <a:gd name="connsiteY245" fmla="*/ 2212688 h 2323145"/>
              <a:gd name="connsiteX246" fmla="*/ 1239614 w 11269336"/>
              <a:gd name="connsiteY246" fmla="*/ 2209727 h 2323145"/>
              <a:gd name="connsiteX247" fmla="*/ 1202436 w 11269336"/>
              <a:gd name="connsiteY247" fmla="*/ 2209817 h 2323145"/>
              <a:gd name="connsiteX248" fmla="*/ 1136097 w 11269336"/>
              <a:gd name="connsiteY248" fmla="*/ 2205112 h 2323145"/>
              <a:gd name="connsiteX249" fmla="*/ 988232 w 11269336"/>
              <a:gd name="connsiteY249" fmla="*/ 2235635 h 2323145"/>
              <a:gd name="connsiteX250" fmla="*/ 981959 w 11269336"/>
              <a:gd name="connsiteY250" fmla="*/ 2231607 h 2323145"/>
              <a:gd name="connsiteX251" fmla="*/ 938600 w 11269336"/>
              <a:gd name="connsiteY251" fmla="*/ 2238113 h 2323145"/>
              <a:gd name="connsiteX252" fmla="*/ 791788 w 11269336"/>
              <a:gd name="connsiteY252" fmla="*/ 2293224 h 2323145"/>
              <a:gd name="connsiteX253" fmla="*/ 706914 w 11269336"/>
              <a:gd name="connsiteY253" fmla="*/ 2305046 h 2323145"/>
              <a:gd name="connsiteX254" fmla="*/ 675971 w 11269336"/>
              <a:gd name="connsiteY254" fmla="*/ 2304030 h 2323145"/>
              <a:gd name="connsiteX255" fmla="*/ 624180 w 11269336"/>
              <a:gd name="connsiteY255" fmla="*/ 2302650 h 2323145"/>
              <a:gd name="connsiteX256" fmla="*/ 583453 w 11269336"/>
              <a:gd name="connsiteY256" fmla="*/ 2288788 h 2323145"/>
              <a:gd name="connsiteX257" fmla="*/ 540946 w 11269336"/>
              <a:gd name="connsiteY257" fmla="*/ 2292721 h 2323145"/>
              <a:gd name="connsiteX258" fmla="*/ 533680 w 11269336"/>
              <a:gd name="connsiteY258" fmla="*/ 2310233 h 2323145"/>
              <a:gd name="connsiteX259" fmla="*/ 487366 w 11269336"/>
              <a:gd name="connsiteY259" fmla="*/ 2309053 h 2323145"/>
              <a:gd name="connsiteX260" fmla="*/ 416820 w 11269336"/>
              <a:gd name="connsiteY260" fmla="*/ 2305443 h 2323145"/>
              <a:gd name="connsiteX261" fmla="*/ 376805 w 11269336"/>
              <a:gd name="connsiteY261" fmla="*/ 2307647 h 2323145"/>
              <a:gd name="connsiteX262" fmla="*/ 266777 w 11269336"/>
              <a:gd name="connsiteY262" fmla="*/ 2309012 h 2323145"/>
              <a:gd name="connsiteX263" fmla="*/ 156013 w 11269336"/>
              <a:gd name="connsiteY263" fmla="*/ 2306832 h 2323145"/>
              <a:gd name="connsiteX264" fmla="*/ 87258 w 11269336"/>
              <a:gd name="connsiteY264" fmla="*/ 2285511 h 2323145"/>
              <a:gd name="connsiteX265" fmla="*/ 23798 w 11269336"/>
              <a:gd name="connsiteY265" fmla="*/ 2281822 h 2323145"/>
              <a:gd name="connsiteX266" fmla="*/ 0 w 11269336"/>
              <a:gd name="connsiteY266" fmla="*/ 2285369 h 2323145"/>
              <a:gd name="connsiteX267" fmla="*/ 0 w 11269336"/>
              <a:gd name="connsiteY26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795998 w 11269336"/>
              <a:gd name="connsiteY29" fmla="*/ 863337 h 2323145"/>
              <a:gd name="connsiteX30" fmla="*/ 8776970 w 11269336"/>
              <a:gd name="connsiteY30" fmla="*/ 885177 h 2323145"/>
              <a:gd name="connsiteX31" fmla="*/ 8755719 w 11269336"/>
              <a:gd name="connsiteY31" fmla="*/ 889754 h 2323145"/>
              <a:gd name="connsiteX32" fmla="*/ 8743257 w 11269336"/>
              <a:gd name="connsiteY32" fmla="*/ 904723 h 2323145"/>
              <a:gd name="connsiteX33" fmla="*/ 8721366 w 11269336"/>
              <a:gd name="connsiteY33" fmla="*/ 904711 h 2323145"/>
              <a:gd name="connsiteX34" fmla="*/ 8678353 w 11269336"/>
              <a:gd name="connsiteY34" fmla="*/ 926318 h 2323145"/>
              <a:gd name="connsiteX35" fmla="*/ 8636849 w 11269336"/>
              <a:gd name="connsiteY35" fmla="*/ 937900 h 2323145"/>
              <a:gd name="connsiteX36" fmla="*/ 8620213 w 11269336"/>
              <a:gd name="connsiteY36" fmla="*/ 943068 h 2323145"/>
              <a:gd name="connsiteX37" fmla="*/ 8612581 w 11269336"/>
              <a:gd name="connsiteY37" fmla="*/ 952695 h 2323145"/>
              <a:gd name="connsiteX38" fmla="*/ 8589038 w 11269336"/>
              <a:gd name="connsiteY38" fmla="*/ 963892 h 2323145"/>
              <a:gd name="connsiteX39" fmla="*/ 8579950 w 11269336"/>
              <a:gd name="connsiteY39" fmla="*/ 960899 h 2323145"/>
              <a:gd name="connsiteX40" fmla="*/ 8579319 w 11269336"/>
              <a:gd name="connsiteY40" fmla="*/ 965630 h 2323145"/>
              <a:gd name="connsiteX41" fmla="*/ 8547429 w 11269336"/>
              <a:gd name="connsiteY41" fmla="*/ 984506 h 2323145"/>
              <a:gd name="connsiteX42" fmla="*/ 8478704 w 11269336"/>
              <a:gd name="connsiteY42" fmla="*/ 1025490 h 2323145"/>
              <a:gd name="connsiteX43" fmla="*/ 8461421 w 11269336"/>
              <a:gd name="connsiteY43" fmla="*/ 1035512 h 2323145"/>
              <a:gd name="connsiteX44" fmla="*/ 8445003 w 11269336"/>
              <a:gd name="connsiteY44" fmla="*/ 1036851 h 2323145"/>
              <a:gd name="connsiteX45" fmla="*/ 8357350 w 11269336"/>
              <a:gd name="connsiteY45" fmla="*/ 1060213 h 2323145"/>
              <a:gd name="connsiteX46" fmla="*/ 8335565 w 11269336"/>
              <a:gd name="connsiteY46" fmla="*/ 1061151 h 2323145"/>
              <a:gd name="connsiteX47" fmla="*/ 8325267 w 11269336"/>
              <a:gd name="connsiteY47" fmla="*/ 1055919 h 2323145"/>
              <a:gd name="connsiteX48" fmla="*/ 8293586 w 11269336"/>
              <a:gd name="connsiteY48" fmla="*/ 1076144 h 2323145"/>
              <a:gd name="connsiteX49" fmla="*/ 8242405 w 11269336"/>
              <a:gd name="connsiteY49" fmla="*/ 1095960 h 2323145"/>
              <a:gd name="connsiteX50" fmla="*/ 8197391 w 11269336"/>
              <a:gd name="connsiteY50" fmla="*/ 1107746 h 2323145"/>
              <a:gd name="connsiteX51" fmla="*/ 8081474 w 11269336"/>
              <a:gd name="connsiteY51" fmla="*/ 1130125 h 2323145"/>
              <a:gd name="connsiteX52" fmla="*/ 8053585 w 11269336"/>
              <a:gd name="connsiteY52" fmla="*/ 1129169 h 2323145"/>
              <a:gd name="connsiteX53" fmla="*/ 8038422 w 11269336"/>
              <a:gd name="connsiteY53" fmla="*/ 1119092 h 2323145"/>
              <a:gd name="connsiteX54" fmla="*/ 8029450 w 11269336"/>
              <a:gd name="connsiteY54" fmla="*/ 1125592 h 2323145"/>
              <a:gd name="connsiteX55" fmla="*/ 7959552 w 11269336"/>
              <a:gd name="connsiteY55" fmla="*/ 1140188 h 2323145"/>
              <a:gd name="connsiteX56" fmla="*/ 7914188 w 11269336"/>
              <a:gd name="connsiteY56" fmla="*/ 1150862 h 2323145"/>
              <a:gd name="connsiteX57" fmla="*/ 7914918 w 11269336"/>
              <a:gd name="connsiteY57" fmla="*/ 1168758 h 2323145"/>
              <a:gd name="connsiteX58" fmla="*/ 7875510 w 11269336"/>
              <a:gd name="connsiteY58" fmla="*/ 1183153 h 2323145"/>
              <a:gd name="connsiteX59" fmla="*/ 7829932 w 11269336"/>
              <a:gd name="connsiteY59" fmla="*/ 1180782 h 2323145"/>
              <a:gd name="connsiteX60" fmla="*/ 7779182 w 11269336"/>
              <a:gd name="connsiteY60" fmla="*/ 1192665 h 2323145"/>
              <a:gd name="connsiteX61" fmla="*/ 7748774 w 11269336"/>
              <a:gd name="connsiteY61" fmla="*/ 1199586 h 2323145"/>
              <a:gd name="connsiteX62" fmla="*/ 7671846 w 11269336"/>
              <a:gd name="connsiteY62" fmla="*/ 1231966 h 2323145"/>
              <a:gd name="connsiteX63" fmla="*/ 7554146 w 11269336"/>
              <a:gd name="connsiteY63" fmla="*/ 1319748 h 2323145"/>
              <a:gd name="connsiteX64" fmla="*/ 7515052 w 11269336"/>
              <a:gd name="connsiteY64" fmla="*/ 1336718 h 2323145"/>
              <a:gd name="connsiteX65" fmla="*/ 7507193 w 11269336"/>
              <a:gd name="connsiteY65" fmla="*/ 1334617 h 2323145"/>
              <a:gd name="connsiteX66" fmla="*/ 7461694 w 11269336"/>
              <a:gd name="connsiteY66" fmla="*/ 1375866 h 2323145"/>
              <a:gd name="connsiteX67" fmla="*/ 7377571 w 11269336"/>
              <a:gd name="connsiteY67" fmla="*/ 1400128 h 2323145"/>
              <a:gd name="connsiteX68" fmla="*/ 7311261 w 11269336"/>
              <a:gd name="connsiteY68" fmla="*/ 1412652 h 2323145"/>
              <a:gd name="connsiteX69" fmla="*/ 7275307 w 11269336"/>
              <a:gd name="connsiteY69" fmla="*/ 1422171 h 2323145"/>
              <a:gd name="connsiteX70" fmla="*/ 7247783 w 11269336"/>
              <a:gd name="connsiteY70" fmla="*/ 1426330 h 2323145"/>
              <a:gd name="connsiteX71" fmla="*/ 7185047 w 11269336"/>
              <a:gd name="connsiteY71" fmla="*/ 1451812 h 2323145"/>
              <a:gd name="connsiteX72" fmla="*/ 7084117 w 11269336"/>
              <a:gd name="connsiteY72" fmla="*/ 1500281 h 2323145"/>
              <a:gd name="connsiteX73" fmla="*/ 7062011 w 11269336"/>
              <a:gd name="connsiteY73" fmla="*/ 1509183 h 2323145"/>
              <a:gd name="connsiteX74" fmla="*/ 7040555 w 11269336"/>
              <a:gd name="connsiteY74" fmla="*/ 1511207 h 2323145"/>
              <a:gd name="connsiteX75" fmla="*/ 7033438 w 11269336"/>
              <a:gd name="connsiteY75" fmla="*/ 1506772 h 2323145"/>
              <a:gd name="connsiteX76" fmla="*/ 7020886 w 11269336"/>
              <a:gd name="connsiteY76" fmla="*/ 1510764 h 2323145"/>
              <a:gd name="connsiteX77" fmla="*/ 7017033 w 11269336"/>
              <a:gd name="connsiteY77" fmla="*/ 1510650 h 2323145"/>
              <a:gd name="connsiteX78" fmla="*/ 6995460 w 11269336"/>
              <a:gd name="connsiteY78" fmla="*/ 1511173 h 2323145"/>
              <a:gd name="connsiteX79" fmla="*/ 6962144 w 11269336"/>
              <a:gd name="connsiteY79" fmla="*/ 1541508 h 2323145"/>
              <a:gd name="connsiteX80" fmla="*/ 6910674 w 11269336"/>
              <a:gd name="connsiteY80" fmla="*/ 1554793 h 2323145"/>
              <a:gd name="connsiteX81" fmla="*/ 6732152 w 11269336"/>
              <a:gd name="connsiteY81" fmla="*/ 1642538 h 2323145"/>
              <a:gd name="connsiteX82" fmla="*/ 6694106 w 11269336"/>
              <a:gd name="connsiteY82" fmla="*/ 1632377 h 2323145"/>
              <a:gd name="connsiteX83" fmla="*/ 6617223 w 11269336"/>
              <a:gd name="connsiteY83" fmla="*/ 1659889 h 2323145"/>
              <a:gd name="connsiteX84" fmla="*/ 6521138 w 11269336"/>
              <a:gd name="connsiteY84" fmla="*/ 1744340 h 2323145"/>
              <a:gd name="connsiteX85" fmla="*/ 6380677 w 11269336"/>
              <a:gd name="connsiteY85" fmla="*/ 1796883 h 2323145"/>
              <a:gd name="connsiteX86" fmla="*/ 6374897 w 11269336"/>
              <a:gd name="connsiteY86" fmla="*/ 1809910 h 2323145"/>
              <a:gd name="connsiteX87" fmla="*/ 6364545 w 11269336"/>
              <a:gd name="connsiteY87" fmla="*/ 1820090 h 2323145"/>
              <a:gd name="connsiteX88" fmla="*/ 6362126 w 11269336"/>
              <a:gd name="connsiteY88" fmla="*/ 1819991 h 2323145"/>
              <a:gd name="connsiteX89" fmla="*/ 6346673 w 11269336"/>
              <a:gd name="connsiteY89" fmla="*/ 1827824 h 2323145"/>
              <a:gd name="connsiteX90" fmla="*/ 6345588 w 11269336"/>
              <a:gd name="connsiteY90" fmla="*/ 1832232 h 2323145"/>
              <a:gd name="connsiteX91" fmla="*/ 6335708 w 11269336"/>
              <a:gd name="connsiteY91" fmla="*/ 1838451 h 2323145"/>
              <a:gd name="connsiteX92" fmla="*/ 6318182 w 11269336"/>
              <a:gd name="connsiteY92" fmla="*/ 1852975 h 2323145"/>
              <a:gd name="connsiteX93" fmla="*/ 6313084 w 11269336"/>
              <a:gd name="connsiteY93" fmla="*/ 1853561 h 2323145"/>
              <a:gd name="connsiteX94" fmla="*/ 6283816 w 11269336"/>
              <a:gd name="connsiteY94" fmla="*/ 1872148 h 2323145"/>
              <a:gd name="connsiteX95" fmla="*/ 6282550 w 11269336"/>
              <a:gd name="connsiteY95" fmla="*/ 1871392 h 2323145"/>
              <a:gd name="connsiteX96" fmla="*/ 6270527 w 11269336"/>
              <a:gd name="connsiteY96" fmla="*/ 1872208 h 2323145"/>
              <a:gd name="connsiteX97" fmla="*/ 6249518 w 11269336"/>
              <a:gd name="connsiteY97" fmla="*/ 1876079 h 2323145"/>
              <a:gd name="connsiteX98" fmla="*/ 6190386 w 11269336"/>
              <a:gd name="connsiteY98" fmla="*/ 1872478 h 2323145"/>
              <a:gd name="connsiteX99" fmla="*/ 6159777 w 11269336"/>
              <a:gd name="connsiteY99" fmla="*/ 1891745 h 2323145"/>
              <a:gd name="connsiteX100" fmla="*/ 6153131 w 11269336"/>
              <a:gd name="connsiteY100" fmla="*/ 1895079 h 2323145"/>
              <a:gd name="connsiteX101" fmla="*/ 6152798 w 11269336"/>
              <a:gd name="connsiteY101" fmla="*/ 1894920 h 2323145"/>
              <a:gd name="connsiteX102" fmla="*/ 6145388 w 11269336"/>
              <a:gd name="connsiteY102" fmla="*/ 1897990 h 2323145"/>
              <a:gd name="connsiteX103" fmla="*/ 6141014 w 11269336"/>
              <a:gd name="connsiteY103" fmla="*/ 1901155 h 2323145"/>
              <a:gd name="connsiteX104" fmla="*/ 6128122 w 11269336"/>
              <a:gd name="connsiteY104" fmla="*/ 1907623 h 2323145"/>
              <a:gd name="connsiteX105" fmla="*/ 6122351 w 11269336"/>
              <a:gd name="connsiteY105" fmla="*/ 1908359 h 2323145"/>
              <a:gd name="connsiteX106" fmla="*/ 6064750 w 11269336"/>
              <a:gd name="connsiteY106" fmla="*/ 1896394 h 2323145"/>
              <a:gd name="connsiteX107" fmla="*/ 5964230 w 11269336"/>
              <a:gd name="connsiteY107" fmla="*/ 1910038 h 2323145"/>
              <a:gd name="connsiteX108" fmla="*/ 5865399 w 11269336"/>
              <a:gd name="connsiteY108" fmla="*/ 1926966 h 2323145"/>
              <a:gd name="connsiteX109" fmla="*/ 5829951 w 11269336"/>
              <a:gd name="connsiteY109" fmla="*/ 1934755 h 2323145"/>
              <a:gd name="connsiteX110" fmla="*/ 5765285 w 11269336"/>
              <a:gd name="connsiteY110" fmla="*/ 1941322 h 2323145"/>
              <a:gd name="connsiteX111" fmla="*/ 5734750 w 11269336"/>
              <a:gd name="connsiteY111" fmla="*/ 1939793 h 2323145"/>
              <a:gd name="connsiteX112" fmla="*/ 5733569 w 11269336"/>
              <a:gd name="connsiteY112" fmla="*/ 1940505 h 2323145"/>
              <a:gd name="connsiteX113" fmla="*/ 5730329 w 11269336"/>
              <a:gd name="connsiteY113" fmla="*/ 1937845 h 2323145"/>
              <a:gd name="connsiteX114" fmla="*/ 5724661 w 11269336"/>
              <a:gd name="connsiteY114" fmla="*/ 1937455 h 2323145"/>
              <a:gd name="connsiteX115" fmla="*/ 5710186 w 11269336"/>
              <a:gd name="connsiteY115" fmla="*/ 1941370 h 2323145"/>
              <a:gd name="connsiteX116" fmla="*/ 5704910 w 11269336"/>
              <a:gd name="connsiteY116" fmla="*/ 1943663 h 2323145"/>
              <a:gd name="connsiteX117" fmla="*/ 5696836 w 11269336"/>
              <a:gd name="connsiteY117" fmla="*/ 1945271 h 2323145"/>
              <a:gd name="connsiteX118" fmla="*/ 5696583 w 11269336"/>
              <a:gd name="connsiteY118" fmla="*/ 1945050 h 2323145"/>
              <a:gd name="connsiteX119" fmla="*/ 5689123 w 11269336"/>
              <a:gd name="connsiteY119" fmla="*/ 1947067 h 2323145"/>
              <a:gd name="connsiteX120" fmla="*/ 5653291 w 11269336"/>
              <a:gd name="connsiteY120" fmla="*/ 1960245 h 2323145"/>
              <a:gd name="connsiteX121" fmla="*/ 5599385 w 11269336"/>
              <a:gd name="connsiteY121" fmla="*/ 1945198 h 2323145"/>
              <a:gd name="connsiteX122" fmla="*/ 5578300 w 11269336"/>
              <a:gd name="connsiteY122" fmla="*/ 1944963 h 2323145"/>
              <a:gd name="connsiteX123" fmla="*/ 5566758 w 11269336"/>
              <a:gd name="connsiteY123" fmla="*/ 1943441 h 2323145"/>
              <a:gd name="connsiteX124" fmla="*/ 5565857 w 11269336"/>
              <a:gd name="connsiteY124" fmla="*/ 1942445 h 2323145"/>
              <a:gd name="connsiteX125" fmla="*/ 5531534 w 11269336"/>
              <a:gd name="connsiteY125" fmla="*/ 1955208 h 2323145"/>
              <a:gd name="connsiteX126" fmla="*/ 5526552 w 11269336"/>
              <a:gd name="connsiteY126" fmla="*/ 1954799 h 2323145"/>
              <a:gd name="connsiteX127" fmla="*/ 5504723 w 11269336"/>
              <a:gd name="connsiteY127" fmla="*/ 1965811 h 2323145"/>
              <a:gd name="connsiteX128" fmla="*/ 5493156 w 11269336"/>
              <a:gd name="connsiteY128" fmla="*/ 1970063 h 2323145"/>
              <a:gd name="connsiteX129" fmla="*/ 5490486 w 11269336"/>
              <a:gd name="connsiteY129" fmla="*/ 1974227 h 2323145"/>
              <a:gd name="connsiteX130" fmla="*/ 5473107 w 11269336"/>
              <a:gd name="connsiteY130" fmla="*/ 1979001 h 2323145"/>
              <a:gd name="connsiteX131" fmla="*/ 5470885 w 11269336"/>
              <a:gd name="connsiteY131" fmla="*/ 1978432 h 2323145"/>
              <a:gd name="connsiteX132" fmla="*/ 5457393 w 11269336"/>
              <a:gd name="connsiteY132" fmla="*/ 1986525 h 2323145"/>
              <a:gd name="connsiteX133" fmla="*/ 5447102 w 11269336"/>
              <a:gd name="connsiteY133" fmla="*/ 1998329 h 2323145"/>
              <a:gd name="connsiteX134" fmla="*/ 5159151 w 11269336"/>
              <a:gd name="connsiteY134" fmla="*/ 2029640 h 2323145"/>
              <a:gd name="connsiteX135" fmla="*/ 5041688 w 11269336"/>
              <a:gd name="connsiteY135" fmla="*/ 2022334 h 2323145"/>
              <a:gd name="connsiteX136" fmla="*/ 4860988 w 11269336"/>
              <a:gd name="connsiteY136" fmla="*/ 2135698 h 2323145"/>
              <a:gd name="connsiteX137" fmla="*/ 4807902 w 11269336"/>
              <a:gd name="connsiteY137" fmla="*/ 2138894 h 2323145"/>
              <a:gd name="connsiteX138" fmla="*/ 4765388 w 11269336"/>
              <a:gd name="connsiteY138" fmla="*/ 2162525 h 2323145"/>
              <a:gd name="connsiteX139" fmla="*/ 4745033 w 11269336"/>
              <a:gd name="connsiteY139" fmla="*/ 2158859 h 2323145"/>
              <a:gd name="connsiteX140" fmla="*/ 4741475 w 11269336"/>
              <a:gd name="connsiteY140" fmla="*/ 2157998 h 2323145"/>
              <a:gd name="connsiteX141" fmla="*/ 4728247 w 11269336"/>
              <a:gd name="connsiteY141" fmla="*/ 2159526 h 2323145"/>
              <a:gd name="connsiteX142" fmla="*/ 4723263 w 11269336"/>
              <a:gd name="connsiteY142" fmla="*/ 2153742 h 2323145"/>
              <a:gd name="connsiteX143" fmla="*/ 4702453 w 11269336"/>
              <a:gd name="connsiteY143" fmla="*/ 2151586 h 2323145"/>
              <a:gd name="connsiteX144" fmla="*/ 4678455 w 11269336"/>
              <a:gd name="connsiteY144" fmla="*/ 2156131 h 2323145"/>
              <a:gd name="connsiteX145" fmla="*/ 4593061 w 11269336"/>
              <a:gd name="connsiteY145" fmla="*/ 2171597 h 2323145"/>
              <a:gd name="connsiteX146" fmla="*/ 4579902 w 11269336"/>
              <a:gd name="connsiteY146" fmla="*/ 2177927 h 2323145"/>
              <a:gd name="connsiteX147" fmla="*/ 4533444 w 11269336"/>
              <a:gd name="connsiteY147" fmla="*/ 2181200 h 2323145"/>
              <a:gd name="connsiteX148" fmla="*/ 4492832 w 11269336"/>
              <a:gd name="connsiteY148" fmla="*/ 2188033 h 2323145"/>
              <a:gd name="connsiteX149" fmla="*/ 4467257 w 11269336"/>
              <a:gd name="connsiteY149" fmla="*/ 2196121 h 2323145"/>
              <a:gd name="connsiteX150" fmla="*/ 4459937 w 11269336"/>
              <a:gd name="connsiteY150" fmla="*/ 2195182 h 2323145"/>
              <a:gd name="connsiteX151" fmla="*/ 4433312 w 11269336"/>
              <a:gd name="connsiteY151" fmla="*/ 2199004 h 2323145"/>
              <a:gd name="connsiteX152" fmla="*/ 4420601 w 11269336"/>
              <a:gd name="connsiteY152" fmla="*/ 2205158 h 2323145"/>
              <a:gd name="connsiteX153" fmla="*/ 4405765 w 11269336"/>
              <a:gd name="connsiteY153" fmla="*/ 2199902 h 2323145"/>
              <a:gd name="connsiteX154" fmla="*/ 4401354 w 11269336"/>
              <a:gd name="connsiteY154" fmla="*/ 2194745 h 2323145"/>
              <a:gd name="connsiteX155" fmla="*/ 4383151 w 11269336"/>
              <a:gd name="connsiteY155" fmla="*/ 2201140 h 2323145"/>
              <a:gd name="connsiteX156" fmla="*/ 4366646 w 11269336"/>
              <a:gd name="connsiteY156" fmla="*/ 2198564 h 2323145"/>
              <a:gd name="connsiteX157" fmla="*/ 4354009 w 11269336"/>
              <a:gd name="connsiteY157" fmla="*/ 2204984 h 2323145"/>
              <a:gd name="connsiteX158" fmla="*/ 4348284 w 11269336"/>
              <a:gd name="connsiteY158" fmla="*/ 2205270 h 2323145"/>
              <a:gd name="connsiteX159" fmla="*/ 4333906 w 11269336"/>
              <a:gd name="connsiteY159" fmla="*/ 2205251 h 2323145"/>
              <a:gd name="connsiteX160" fmla="*/ 4308819 w 11269336"/>
              <a:gd name="connsiteY160" fmla="*/ 2203822 h 2323145"/>
              <a:gd name="connsiteX161" fmla="*/ 4301210 w 11269336"/>
              <a:gd name="connsiteY161" fmla="*/ 2204456 h 2323145"/>
              <a:gd name="connsiteX162" fmla="*/ 4283095 w 11269336"/>
              <a:gd name="connsiteY162" fmla="*/ 2198177 h 2323145"/>
              <a:gd name="connsiteX163" fmla="*/ 4250119 w 11269336"/>
              <a:gd name="connsiteY163" fmla="*/ 2196342 h 2323145"/>
              <a:gd name="connsiteX164" fmla="*/ 4189203 w 11269336"/>
              <a:gd name="connsiteY164" fmla="*/ 2178994 h 2323145"/>
              <a:gd name="connsiteX165" fmla="*/ 4154035 w 11269336"/>
              <a:gd name="connsiteY165" fmla="*/ 2171950 h 2323145"/>
              <a:gd name="connsiteX166" fmla="*/ 4129569 w 11269336"/>
              <a:gd name="connsiteY166" fmla="*/ 2163850 h 2323145"/>
              <a:gd name="connsiteX167" fmla="*/ 4061250 w 11269336"/>
              <a:gd name="connsiteY167" fmla="*/ 2159236 h 2323145"/>
              <a:gd name="connsiteX168" fmla="*/ 3945480 w 11269336"/>
              <a:gd name="connsiteY168" fmla="*/ 2158279 h 2323145"/>
              <a:gd name="connsiteX169" fmla="*/ 3921468 w 11269336"/>
              <a:gd name="connsiteY169" fmla="*/ 2156588 h 2323145"/>
              <a:gd name="connsiteX170" fmla="*/ 3903348 w 11269336"/>
              <a:gd name="connsiteY170" fmla="*/ 2149220 h 2323145"/>
              <a:gd name="connsiteX171" fmla="*/ 3901342 w 11269336"/>
              <a:gd name="connsiteY171" fmla="*/ 2142355 h 2323145"/>
              <a:gd name="connsiteX172" fmla="*/ 3888539 w 11269336"/>
              <a:gd name="connsiteY172" fmla="*/ 2140476 h 2323145"/>
              <a:gd name="connsiteX173" fmla="*/ 3885662 w 11269336"/>
              <a:gd name="connsiteY173" fmla="*/ 2138740 h 2323145"/>
              <a:gd name="connsiteX174" fmla="*/ 3868627 w 11269336"/>
              <a:gd name="connsiteY174" fmla="*/ 2130023 h 2323145"/>
              <a:gd name="connsiteX175" fmla="*/ 3819177 w 11269336"/>
              <a:gd name="connsiteY175" fmla="*/ 2142111 h 2323145"/>
              <a:gd name="connsiteX176" fmla="*/ 3769100 w 11269336"/>
              <a:gd name="connsiteY176" fmla="*/ 2131731 h 2323145"/>
              <a:gd name="connsiteX177" fmla="*/ 3562752 w 11269336"/>
              <a:gd name="connsiteY177" fmla="*/ 2131785 h 2323145"/>
              <a:gd name="connsiteX178" fmla="*/ 3541402 w 11269336"/>
              <a:gd name="connsiteY178" fmla="*/ 2106821 h 2323145"/>
              <a:gd name="connsiteX179" fmla="*/ 3365341 w 11269336"/>
              <a:gd name="connsiteY179" fmla="*/ 2077638 h 2323145"/>
              <a:gd name="connsiteX180" fmla="*/ 3170922 w 11269336"/>
              <a:gd name="connsiteY180" fmla="*/ 2115957 h 2323145"/>
              <a:gd name="connsiteX181" fmla="*/ 3156256 w 11269336"/>
              <a:gd name="connsiteY181" fmla="*/ 2124773 h 2323145"/>
              <a:gd name="connsiteX182" fmla="*/ 3140298 w 11269336"/>
              <a:gd name="connsiteY182" fmla="*/ 2129182 h 2323145"/>
              <a:gd name="connsiteX183" fmla="*/ 3138514 w 11269336"/>
              <a:gd name="connsiteY183" fmla="*/ 2128069 h 2323145"/>
              <a:gd name="connsiteX184" fmla="*/ 3120467 w 11269336"/>
              <a:gd name="connsiteY184" fmla="*/ 2128281 h 2323145"/>
              <a:gd name="connsiteX185" fmla="*/ 3116175 w 11269336"/>
              <a:gd name="connsiteY185" fmla="*/ 2131633 h 2323145"/>
              <a:gd name="connsiteX186" fmla="*/ 3103685 w 11269336"/>
              <a:gd name="connsiteY186" fmla="*/ 2132814 h 2323145"/>
              <a:gd name="connsiteX187" fmla="*/ 3078794 w 11269336"/>
              <a:gd name="connsiteY187" fmla="*/ 2137935 h 2323145"/>
              <a:gd name="connsiteX188" fmla="*/ 3074407 w 11269336"/>
              <a:gd name="connsiteY188" fmla="*/ 2136274 h 2323145"/>
              <a:gd name="connsiteX189" fmla="*/ 3037285 w 11269336"/>
              <a:gd name="connsiteY189" fmla="*/ 2139919 h 2323145"/>
              <a:gd name="connsiteX190" fmla="*/ 3036901 w 11269336"/>
              <a:gd name="connsiteY190" fmla="*/ 2138726 h 2323145"/>
              <a:gd name="connsiteX191" fmla="*/ 3026996 w 11269336"/>
              <a:gd name="connsiteY191" fmla="*/ 2134322 h 2323145"/>
              <a:gd name="connsiteX192" fmla="*/ 3007772 w 11269336"/>
              <a:gd name="connsiteY192" fmla="*/ 2128742 h 2323145"/>
              <a:gd name="connsiteX193" fmla="*/ 2965030 w 11269336"/>
              <a:gd name="connsiteY193" fmla="*/ 2100494 h 2323145"/>
              <a:gd name="connsiteX194" fmla="*/ 2926342 w 11269336"/>
              <a:gd name="connsiteY194" fmla="*/ 2104155 h 2323145"/>
              <a:gd name="connsiteX195" fmla="*/ 2918608 w 11269336"/>
              <a:gd name="connsiteY195" fmla="*/ 2104215 h 2323145"/>
              <a:gd name="connsiteX196" fmla="*/ 2918475 w 11269336"/>
              <a:gd name="connsiteY196" fmla="*/ 2103937 h 2323145"/>
              <a:gd name="connsiteX197" fmla="*/ 2910360 w 11269336"/>
              <a:gd name="connsiteY197" fmla="*/ 2103444 h 2323145"/>
              <a:gd name="connsiteX198" fmla="*/ 2904507 w 11269336"/>
              <a:gd name="connsiteY198" fmla="*/ 2104326 h 2323145"/>
              <a:gd name="connsiteX199" fmla="*/ 2889503 w 11269336"/>
              <a:gd name="connsiteY199" fmla="*/ 2104443 h 2323145"/>
              <a:gd name="connsiteX200" fmla="*/ 2884480 w 11269336"/>
              <a:gd name="connsiteY200" fmla="*/ 2102626 h 2323145"/>
              <a:gd name="connsiteX201" fmla="*/ 2882689 w 11269336"/>
              <a:gd name="connsiteY201" fmla="*/ 2099228 h 2323145"/>
              <a:gd name="connsiteX202" fmla="*/ 2881291 w 11269336"/>
              <a:gd name="connsiteY202" fmla="*/ 2099618 h 2323145"/>
              <a:gd name="connsiteX203" fmla="*/ 2853979 w 11269336"/>
              <a:gd name="connsiteY203" fmla="*/ 2090388 h 2323145"/>
              <a:gd name="connsiteX204" fmla="*/ 2791790 w 11269336"/>
              <a:gd name="connsiteY204" fmla="*/ 2080332 h 2323145"/>
              <a:gd name="connsiteX205" fmla="*/ 2755844 w 11269336"/>
              <a:gd name="connsiteY205" fmla="*/ 2078874 h 2323145"/>
              <a:gd name="connsiteX206" fmla="*/ 2657742 w 11269336"/>
              <a:gd name="connsiteY206" fmla="*/ 2070179 h 2323145"/>
              <a:gd name="connsiteX207" fmla="*/ 2559549 w 11269336"/>
              <a:gd name="connsiteY207" fmla="*/ 2057873 h 2323145"/>
              <a:gd name="connsiteX208" fmla="*/ 2512054 w 11269336"/>
              <a:gd name="connsiteY208" fmla="*/ 2031671 h 2323145"/>
              <a:gd name="connsiteX209" fmla="*/ 2506437 w 11269336"/>
              <a:gd name="connsiteY209" fmla="*/ 2030918 h 2323145"/>
              <a:gd name="connsiteX210" fmla="*/ 2491752 w 11269336"/>
              <a:gd name="connsiteY210" fmla="*/ 2033906 h 2323145"/>
              <a:gd name="connsiteX211" fmla="*/ 2486338 w 11269336"/>
              <a:gd name="connsiteY211" fmla="*/ 2035862 h 2323145"/>
              <a:gd name="connsiteX212" fmla="*/ 2478186 w 11269336"/>
              <a:gd name="connsiteY212" fmla="*/ 2036953 h 2323145"/>
              <a:gd name="connsiteX213" fmla="*/ 2477950 w 11269336"/>
              <a:gd name="connsiteY213" fmla="*/ 2036715 h 2323145"/>
              <a:gd name="connsiteX214" fmla="*/ 2470381 w 11269336"/>
              <a:gd name="connsiteY214" fmla="*/ 2038256 h 2323145"/>
              <a:gd name="connsiteX215" fmla="*/ 2433781 w 11269336"/>
              <a:gd name="connsiteY215" fmla="*/ 2049140 h 2323145"/>
              <a:gd name="connsiteX216" fmla="*/ 2381172 w 11269336"/>
              <a:gd name="connsiteY216" fmla="*/ 2030645 h 2323145"/>
              <a:gd name="connsiteX217" fmla="*/ 2360198 w 11269336"/>
              <a:gd name="connsiteY217" fmla="*/ 2029059 h 2323145"/>
              <a:gd name="connsiteX218" fmla="*/ 2348815 w 11269336"/>
              <a:gd name="connsiteY218" fmla="*/ 2026798 h 2323145"/>
              <a:gd name="connsiteX219" fmla="*/ 2347988 w 11269336"/>
              <a:gd name="connsiteY219" fmla="*/ 2025745 h 2323145"/>
              <a:gd name="connsiteX220" fmla="*/ 2312920 w 11269336"/>
              <a:gd name="connsiteY220" fmla="*/ 2036311 h 2323145"/>
              <a:gd name="connsiteX221" fmla="*/ 2307986 w 11269336"/>
              <a:gd name="connsiteY221" fmla="*/ 2035583 h 2323145"/>
              <a:gd name="connsiteX222" fmla="*/ 2285481 w 11269336"/>
              <a:gd name="connsiteY222" fmla="*/ 2045197 h 2323145"/>
              <a:gd name="connsiteX223" fmla="*/ 2273666 w 11269336"/>
              <a:gd name="connsiteY223" fmla="*/ 2048710 h 2323145"/>
              <a:gd name="connsiteX224" fmla="*/ 2270719 w 11269336"/>
              <a:gd name="connsiteY224" fmla="*/ 2052702 h 2323145"/>
              <a:gd name="connsiteX225" fmla="*/ 2253080 w 11269336"/>
              <a:gd name="connsiteY225" fmla="*/ 2056363 h 2323145"/>
              <a:gd name="connsiteX226" fmla="*/ 2250906 w 11269336"/>
              <a:gd name="connsiteY226" fmla="*/ 2055654 h 2323145"/>
              <a:gd name="connsiteX227" fmla="*/ 2236905 w 11269336"/>
              <a:gd name="connsiteY227" fmla="*/ 2062882 h 2323145"/>
              <a:gd name="connsiteX228" fmla="*/ 2225830 w 11269336"/>
              <a:gd name="connsiteY228" fmla="*/ 2074027 h 2323145"/>
              <a:gd name="connsiteX229" fmla="*/ 2073776 w 11269336"/>
              <a:gd name="connsiteY229" fmla="*/ 2089244 h 2323145"/>
              <a:gd name="connsiteX230" fmla="*/ 1948256 w 11269336"/>
              <a:gd name="connsiteY230" fmla="*/ 2146616 h 2323145"/>
              <a:gd name="connsiteX231" fmla="*/ 1865582 w 11269336"/>
              <a:gd name="connsiteY231" fmla="*/ 2153738 h 2323145"/>
              <a:gd name="connsiteX232" fmla="*/ 1835210 w 11269336"/>
              <a:gd name="connsiteY232" fmla="*/ 2134244 h 2323145"/>
              <a:gd name="connsiteX233" fmla="*/ 1632661 w 11269336"/>
              <a:gd name="connsiteY233" fmla="*/ 2173882 h 2323145"/>
              <a:gd name="connsiteX234" fmla="*/ 1579590 w 11269336"/>
              <a:gd name="connsiteY234" fmla="*/ 2173680 h 2323145"/>
              <a:gd name="connsiteX235" fmla="*/ 1535601 w 11269336"/>
              <a:gd name="connsiteY235" fmla="*/ 2194590 h 2323145"/>
              <a:gd name="connsiteX236" fmla="*/ 1515594 w 11269336"/>
              <a:gd name="connsiteY236" fmla="*/ 2189622 h 2323145"/>
              <a:gd name="connsiteX237" fmla="*/ 1512113 w 11269336"/>
              <a:gd name="connsiteY237" fmla="*/ 2188534 h 2323145"/>
              <a:gd name="connsiteX238" fmla="*/ 1498838 w 11269336"/>
              <a:gd name="connsiteY238" fmla="*/ 2189213 h 2323145"/>
              <a:gd name="connsiteX239" fmla="*/ 1494279 w 11269336"/>
              <a:gd name="connsiteY239" fmla="*/ 2183112 h 2323145"/>
              <a:gd name="connsiteX240" fmla="*/ 1473714 w 11269336"/>
              <a:gd name="connsiteY240" fmla="*/ 2179625 h 2323145"/>
              <a:gd name="connsiteX241" fmla="*/ 1449503 w 11269336"/>
              <a:gd name="connsiteY241" fmla="*/ 2182633 h 2323145"/>
              <a:gd name="connsiteX242" fmla="*/ 1266687 w 11269336"/>
              <a:gd name="connsiteY242" fmla="*/ 2212688 h 2323145"/>
              <a:gd name="connsiteX243" fmla="*/ 1239614 w 11269336"/>
              <a:gd name="connsiteY243" fmla="*/ 2209727 h 2323145"/>
              <a:gd name="connsiteX244" fmla="*/ 1202436 w 11269336"/>
              <a:gd name="connsiteY244" fmla="*/ 2209817 h 2323145"/>
              <a:gd name="connsiteX245" fmla="*/ 1136097 w 11269336"/>
              <a:gd name="connsiteY245" fmla="*/ 2205112 h 2323145"/>
              <a:gd name="connsiteX246" fmla="*/ 988232 w 11269336"/>
              <a:gd name="connsiteY246" fmla="*/ 2235635 h 2323145"/>
              <a:gd name="connsiteX247" fmla="*/ 981959 w 11269336"/>
              <a:gd name="connsiteY247" fmla="*/ 2231607 h 2323145"/>
              <a:gd name="connsiteX248" fmla="*/ 938600 w 11269336"/>
              <a:gd name="connsiteY248" fmla="*/ 2238113 h 2323145"/>
              <a:gd name="connsiteX249" fmla="*/ 791788 w 11269336"/>
              <a:gd name="connsiteY249" fmla="*/ 2293224 h 2323145"/>
              <a:gd name="connsiteX250" fmla="*/ 706914 w 11269336"/>
              <a:gd name="connsiteY250" fmla="*/ 2305046 h 2323145"/>
              <a:gd name="connsiteX251" fmla="*/ 675971 w 11269336"/>
              <a:gd name="connsiteY251" fmla="*/ 2304030 h 2323145"/>
              <a:gd name="connsiteX252" fmla="*/ 624180 w 11269336"/>
              <a:gd name="connsiteY252" fmla="*/ 2302650 h 2323145"/>
              <a:gd name="connsiteX253" fmla="*/ 583453 w 11269336"/>
              <a:gd name="connsiteY253" fmla="*/ 2288788 h 2323145"/>
              <a:gd name="connsiteX254" fmla="*/ 540946 w 11269336"/>
              <a:gd name="connsiteY254" fmla="*/ 2292721 h 2323145"/>
              <a:gd name="connsiteX255" fmla="*/ 533680 w 11269336"/>
              <a:gd name="connsiteY255" fmla="*/ 2310233 h 2323145"/>
              <a:gd name="connsiteX256" fmla="*/ 487366 w 11269336"/>
              <a:gd name="connsiteY256" fmla="*/ 2309053 h 2323145"/>
              <a:gd name="connsiteX257" fmla="*/ 416820 w 11269336"/>
              <a:gd name="connsiteY257" fmla="*/ 2305443 h 2323145"/>
              <a:gd name="connsiteX258" fmla="*/ 376805 w 11269336"/>
              <a:gd name="connsiteY258" fmla="*/ 2307647 h 2323145"/>
              <a:gd name="connsiteX259" fmla="*/ 266777 w 11269336"/>
              <a:gd name="connsiteY259" fmla="*/ 2309012 h 2323145"/>
              <a:gd name="connsiteX260" fmla="*/ 156013 w 11269336"/>
              <a:gd name="connsiteY260" fmla="*/ 2306832 h 2323145"/>
              <a:gd name="connsiteX261" fmla="*/ 87258 w 11269336"/>
              <a:gd name="connsiteY261" fmla="*/ 2285511 h 2323145"/>
              <a:gd name="connsiteX262" fmla="*/ 23798 w 11269336"/>
              <a:gd name="connsiteY262" fmla="*/ 2281822 h 2323145"/>
              <a:gd name="connsiteX263" fmla="*/ 0 w 11269336"/>
              <a:gd name="connsiteY263" fmla="*/ 2285369 h 2323145"/>
              <a:gd name="connsiteX264" fmla="*/ 0 w 11269336"/>
              <a:gd name="connsiteY26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9062863 w 11269336"/>
              <a:gd name="connsiteY22" fmla="*/ 754656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33444 w 11269336"/>
              <a:gd name="connsiteY144" fmla="*/ 2181200 h 2323145"/>
              <a:gd name="connsiteX145" fmla="*/ 4492832 w 11269336"/>
              <a:gd name="connsiteY145" fmla="*/ 2188033 h 2323145"/>
              <a:gd name="connsiteX146" fmla="*/ 4467257 w 11269336"/>
              <a:gd name="connsiteY146" fmla="*/ 2196121 h 2323145"/>
              <a:gd name="connsiteX147" fmla="*/ 4459937 w 11269336"/>
              <a:gd name="connsiteY147" fmla="*/ 2195182 h 2323145"/>
              <a:gd name="connsiteX148" fmla="*/ 4433312 w 11269336"/>
              <a:gd name="connsiteY148" fmla="*/ 2199004 h 2323145"/>
              <a:gd name="connsiteX149" fmla="*/ 4420601 w 11269336"/>
              <a:gd name="connsiteY149" fmla="*/ 2205158 h 2323145"/>
              <a:gd name="connsiteX150" fmla="*/ 4405765 w 11269336"/>
              <a:gd name="connsiteY150" fmla="*/ 2199902 h 2323145"/>
              <a:gd name="connsiteX151" fmla="*/ 4401354 w 11269336"/>
              <a:gd name="connsiteY151" fmla="*/ 2194745 h 2323145"/>
              <a:gd name="connsiteX152" fmla="*/ 4383151 w 11269336"/>
              <a:gd name="connsiteY152" fmla="*/ 2201140 h 2323145"/>
              <a:gd name="connsiteX153" fmla="*/ 4366646 w 11269336"/>
              <a:gd name="connsiteY153" fmla="*/ 2198564 h 2323145"/>
              <a:gd name="connsiteX154" fmla="*/ 4354009 w 11269336"/>
              <a:gd name="connsiteY154" fmla="*/ 2204984 h 2323145"/>
              <a:gd name="connsiteX155" fmla="*/ 4348284 w 11269336"/>
              <a:gd name="connsiteY155" fmla="*/ 2205270 h 2323145"/>
              <a:gd name="connsiteX156" fmla="*/ 4333906 w 11269336"/>
              <a:gd name="connsiteY156" fmla="*/ 2205251 h 2323145"/>
              <a:gd name="connsiteX157" fmla="*/ 4308819 w 11269336"/>
              <a:gd name="connsiteY157" fmla="*/ 2203822 h 2323145"/>
              <a:gd name="connsiteX158" fmla="*/ 4301210 w 11269336"/>
              <a:gd name="connsiteY158" fmla="*/ 2204456 h 2323145"/>
              <a:gd name="connsiteX159" fmla="*/ 4283095 w 11269336"/>
              <a:gd name="connsiteY159" fmla="*/ 2198177 h 2323145"/>
              <a:gd name="connsiteX160" fmla="*/ 4250119 w 11269336"/>
              <a:gd name="connsiteY160" fmla="*/ 2196342 h 2323145"/>
              <a:gd name="connsiteX161" fmla="*/ 4189203 w 11269336"/>
              <a:gd name="connsiteY161" fmla="*/ 2178994 h 2323145"/>
              <a:gd name="connsiteX162" fmla="*/ 4154035 w 11269336"/>
              <a:gd name="connsiteY162" fmla="*/ 2171950 h 2323145"/>
              <a:gd name="connsiteX163" fmla="*/ 4129569 w 11269336"/>
              <a:gd name="connsiteY163" fmla="*/ 2163850 h 2323145"/>
              <a:gd name="connsiteX164" fmla="*/ 4061250 w 11269336"/>
              <a:gd name="connsiteY164" fmla="*/ 2159236 h 2323145"/>
              <a:gd name="connsiteX165" fmla="*/ 3945480 w 11269336"/>
              <a:gd name="connsiteY165" fmla="*/ 2158279 h 2323145"/>
              <a:gd name="connsiteX166" fmla="*/ 3921468 w 11269336"/>
              <a:gd name="connsiteY166" fmla="*/ 2156588 h 2323145"/>
              <a:gd name="connsiteX167" fmla="*/ 3903348 w 11269336"/>
              <a:gd name="connsiteY167" fmla="*/ 2149220 h 2323145"/>
              <a:gd name="connsiteX168" fmla="*/ 3901342 w 11269336"/>
              <a:gd name="connsiteY168" fmla="*/ 2142355 h 2323145"/>
              <a:gd name="connsiteX169" fmla="*/ 3888539 w 11269336"/>
              <a:gd name="connsiteY169" fmla="*/ 2140476 h 2323145"/>
              <a:gd name="connsiteX170" fmla="*/ 3885662 w 11269336"/>
              <a:gd name="connsiteY170" fmla="*/ 2138740 h 2323145"/>
              <a:gd name="connsiteX171" fmla="*/ 3868627 w 11269336"/>
              <a:gd name="connsiteY171" fmla="*/ 2130023 h 2323145"/>
              <a:gd name="connsiteX172" fmla="*/ 3819177 w 11269336"/>
              <a:gd name="connsiteY172" fmla="*/ 2142111 h 2323145"/>
              <a:gd name="connsiteX173" fmla="*/ 3769100 w 11269336"/>
              <a:gd name="connsiteY173" fmla="*/ 2131731 h 2323145"/>
              <a:gd name="connsiteX174" fmla="*/ 3562752 w 11269336"/>
              <a:gd name="connsiteY174" fmla="*/ 2131785 h 2323145"/>
              <a:gd name="connsiteX175" fmla="*/ 3541402 w 11269336"/>
              <a:gd name="connsiteY175" fmla="*/ 2106821 h 2323145"/>
              <a:gd name="connsiteX176" fmla="*/ 3365341 w 11269336"/>
              <a:gd name="connsiteY176" fmla="*/ 2077638 h 2323145"/>
              <a:gd name="connsiteX177" fmla="*/ 3170922 w 11269336"/>
              <a:gd name="connsiteY177" fmla="*/ 2115957 h 2323145"/>
              <a:gd name="connsiteX178" fmla="*/ 3156256 w 11269336"/>
              <a:gd name="connsiteY178" fmla="*/ 2124773 h 2323145"/>
              <a:gd name="connsiteX179" fmla="*/ 3140298 w 11269336"/>
              <a:gd name="connsiteY179" fmla="*/ 2129182 h 2323145"/>
              <a:gd name="connsiteX180" fmla="*/ 3138514 w 11269336"/>
              <a:gd name="connsiteY180" fmla="*/ 2128069 h 2323145"/>
              <a:gd name="connsiteX181" fmla="*/ 3120467 w 11269336"/>
              <a:gd name="connsiteY181" fmla="*/ 2128281 h 2323145"/>
              <a:gd name="connsiteX182" fmla="*/ 3116175 w 11269336"/>
              <a:gd name="connsiteY182" fmla="*/ 2131633 h 2323145"/>
              <a:gd name="connsiteX183" fmla="*/ 3103685 w 11269336"/>
              <a:gd name="connsiteY183" fmla="*/ 2132814 h 2323145"/>
              <a:gd name="connsiteX184" fmla="*/ 3078794 w 11269336"/>
              <a:gd name="connsiteY184" fmla="*/ 2137935 h 2323145"/>
              <a:gd name="connsiteX185" fmla="*/ 3074407 w 11269336"/>
              <a:gd name="connsiteY185" fmla="*/ 2136274 h 2323145"/>
              <a:gd name="connsiteX186" fmla="*/ 3037285 w 11269336"/>
              <a:gd name="connsiteY186" fmla="*/ 2139919 h 2323145"/>
              <a:gd name="connsiteX187" fmla="*/ 3036901 w 11269336"/>
              <a:gd name="connsiteY187" fmla="*/ 2138726 h 2323145"/>
              <a:gd name="connsiteX188" fmla="*/ 3026996 w 11269336"/>
              <a:gd name="connsiteY188" fmla="*/ 2134322 h 2323145"/>
              <a:gd name="connsiteX189" fmla="*/ 3007772 w 11269336"/>
              <a:gd name="connsiteY189" fmla="*/ 2128742 h 2323145"/>
              <a:gd name="connsiteX190" fmla="*/ 2965030 w 11269336"/>
              <a:gd name="connsiteY190" fmla="*/ 2100494 h 2323145"/>
              <a:gd name="connsiteX191" fmla="*/ 2926342 w 11269336"/>
              <a:gd name="connsiteY191" fmla="*/ 2104155 h 2323145"/>
              <a:gd name="connsiteX192" fmla="*/ 2918608 w 11269336"/>
              <a:gd name="connsiteY192" fmla="*/ 2104215 h 2323145"/>
              <a:gd name="connsiteX193" fmla="*/ 2918475 w 11269336"/>
              <a:gd name="connsiteY193" fmla="*/ 2103937 h 2323145"/>
              <a:gd name="connsiteX194" fmla="*/ 2910360 w 11269336"/>
              <a:gd name="connsiteY194" fmla="*/ 2103444 h 2323145"/>
              <a:gd name="connsiteX195" fmla="*/ 2904507 w 11269336"/>
              <a:gd name="connsiteY195" fmla="*/ 2104326 h 2323145"/>
              <a:gd name="connsiteX196" fmla="*/ 2889503 w 11269336"/>
              <a:gd name="connsiteY196" fmla="*/ 2104443 h 2323145"/>
              <a:gd name="connsiteX197" fmla="*/ 2884480 w 11269336"/>
              <a:gd name="connsiteY197" fmla="*/ 2102626 h 2323145"/>
              <a:gd name="connsiteX198" fmla="*/ 2882689 w 11269336"/>
              <a:gd name="connsiteY198" fmla="*/ 2099228 h 2323145"/>
              <a:gd name="connsiteX199" fmla="*/ 2881291 w 11269336"/>
              <a:gd name="connsiteY199" fmla="*/ 2099618 h 2323145"/>
              <a:gd name="connsiteX200" fmla="*/ 2853979 w 11269336"/>
              <a:gd name="connsiteY200" fmla="*/ 2090388 h 2323145"/>
              <a:gd name="connsiteX201" fmla="*/ 2791790 w 11269336"/>
              <a:gd name="connsiteY201" fmla="*/ 2080332 h 2323145"/>
              <a:gd name="connsiteX202" fmla="*/ 2755844 w 11269336"/>
              <a:gd name="connsiteY202" fmla="*/ 2078874 h 2323145"/>
              <a:gd name="connsiteX203" fmla="*/ 2657742 w 11269336"/>
              <a:gd name="connsiteY203" fmla="*/ 2070179 h 2323145"/>
              <a:gd name="connsiteX204" fmla="*/ 2559549 w 11269336"/>
              <a:gd name="connsiteY204" fmla="*/ 2057873 h 2323145"/>
              <a:gd name="connsiteX205" fmla="*/ 2512054 w 11269336"/>
              <a:gd name="connsiteY205" fmla="*/ 2031671 h 2323145"/>
              <a:gd name="connsiteX206" fmla="*/ 2506437 w 11269336"/>
              <a:gd name="connsiteY206" fmla="*/ 2030918 h 2323145"/>
              <a:gd name="connsiteX207" fmla="*/ 2491752 w 11269336"/>
              <a:gd name="connsiteY207" fmla="*/ 2033906 h 2323145"/>
              <a:gd name="connsiteX208" fmla="*/ 2486338 w 11269336"/>
              <a:gd name="connsiteY208" fmla="*/ 2035862 h 2323145"/>
              <a:gd name="connsiteX209" fmla="*/ 2478186 w 11269336"/>
              <a:gd name="connsiteY209" fmla="*/ 2036953 h 2323145"/>
              <a:gd name="connsiteX210" fmla="*/ 2477950 w 11269336"/>
              <a:gd name="connsiteY210" fmla="*/ 2036715 h 2323145"/>
              <a:gd name="connsiteX211" fmla="*/ 2470381 w 11269336"/>
              <a:gd name="connsiteY211" fmla="*/ 2038256 h 2323145"/>
              <a:gd name="connsiteX212" fmla="*/ 2433781 w 11269336"/>
              <a:gd name="connsiteY212" fmla="*/ 2049140 h 2323145"/>
              <a:gd name="connsiteX213" fmla="*/ 2381172 w 11269336"/>
              <a:gd name="connsiteY213" fmla="*/ 2030645 h 2323145"/>
              <a:gd name="connsiteX214" fmla="*/ 2360198 w 11269336"/>
              <a:gd name="connsiteY214" fmla="*/ 2029059 h 2323145"/>
              <a:gd name="connsiteX215" fmla="*/ 2348815 w 11269336"/>
              <a:gd name="connsiteY215" fmla="*/ 2026798 h 2323145"/>
              <a:gd name="connsiteX216" fmla="*/ 2347988 w 11269336"/>
              <a:gd name="connsiteY216" fmla="*/ 2025745 h 2323145"/>
              <a:gd name="connsiteX217" fmla="*/ 2312920 w 11269336"/>
              <a:gd name="connsiteY217" fmla="*/ 2036311 h 2323145"/>
              <a:gd name="connsiteX218" fmla="*/ 2307986 w 11269336"/>
              <a:gd name="connsiteY218" fmla="*/ 2035583 h 2323145"/>
              <a:gd name="connsiteX219" fmla="*/ 2285481 w 11269336"/>
              <a:gd name="connsiteY219" fmla="*/ 2045197 h 2323145"/>
              <a:gd name="connsiteX220" fmla="*/ 2273666 w 11269336"/>
              <a:gd name="connsiteY220" fmla="*/ 2048710 h 2323145"/>
              <a:gd name="connsiteX221" fmla="*/ 2270719 w 11269336"/>
              <a:gd name="connsiteY221" fmla="*/ 2052702 h 2323145"/>
              <a:gd name="connsiteX222" fmla="*/ 2253080 w 11269336"/>
              <a:gd name="connsiteY222" fmla="*/ 2056363 h 2323145"/>
              <a:gd name="connsiteX223" fmla="*/ 2250906 w 11269336"/>
              <a:gd name="connsiteY223" fmla="*/ 2055654 h 2323145"/>
              <a:gd name="connsiteX224" fmla="*/ 2236905 w 11269336"/>
              <a:gd name="connsiteY224" fmla="*/ 2062882 h 2323145"/>
              <a:gd name="connsiteX225" fmla="*/ 2225830 w 11269336"/>
              <a:gd name="connsiteY225" fmla="*/ 2074027 h 2323145"/>
              <a:gd name="connsiteX226" fmla="*/ 2073776 w 11269336"/>
              <a:gd name="connsiteY226" fmla="*/ 2089244 h 2323145"/>
              <a:gd name="connsiteX227" fmla="*/ 1948256 w 11269336"/>
              <a:gd name="connsiteY227" fmla="*/ 2146616 h 2323145"/>
              <a:gd name="connsiteX228" fmla="*/ 1865582 w 11269336"/>
              <a:gd name="connsiteY228" fmla="*/ 2153738 h 2323145"/>
              <a:gd name="connsiteX229" fmla="*/ 1835210 w 11269336"/>
              <a:gd name="connsiteY229" fmla="*/ 2134244 h 2323145"/>
              <a:gd name="connsiteX230" fmla="*/ 1632661 w 11269336"/>
              <a:gd name="connsiteY230" fmla="*/ 2173882 h 2323145"/>
              <a:gd name="connsiteX231" fmla="*/ 1579590 w 11269336"/>
              <a:gd name="connsiteY231" fmla="*/ 2173680 h 2323145"/>
              <a:gd name="connsiteX232" fmla="*/ 1535601 w 11269336"/>
              <a:gd name="connsiteY232" fmla="*/ 2194590 h 2323145"/>
              <a:gd name="connsiteX233" fmla="*/ 1515594 w 11269336"/>
              <a:gd name="connsiteY233" fmla="*/ 2189622 h 2323145"/>
              <a:gd name="connsiteX234" fmla="*/ 1512113 w 11269336"/>
              <a:gd name="connsiteY234" fmla="*/ 2188534 h 2323145"/>
              <a:gd name="connsiteX235" fmla="*/ 1498838 w 11269336"/>
              <a:gd name="connsiteY235" fmla="*/ 2189213 h 2323145"/>
              <a:gd name="connsiteX236" fmla="*/ 1494279 w 11269336"/>
              <a:gd name="connsiteY236" fmla="*/ 2183112 h 2323145"/>
              <a:gd name="connsiteX237" fmla="*/ 1473714 w 11269336"/>
              <a:gd name="connsiteY237" fmla="*/ 2179625 h 2323145"/>
              <a:gd name="connsiteX238" fmla="*/ 1449503 w 11269336"/>
              <a:gd name="connsiteY238" fmla="*/ 2182633 h 2323145"/>
              <a:gd name="connsiteX239" fmla="*/ 1266687 w 11269336"/>
              <a:gd name="connsiteY239" fmla="*/ 2212688 h 2323145"/>
              <a:gd name="connsiteX240" fmla="*/ 1239614 w 11269336"/>
              <a:gd name="connsiteY240" fmla="*/ 2209727 h 2323145"/>
              <a:gd name="connsiteX241" fmla="*/ 1202436 w 11269336"/>
              <a:gd name="connsiteY241" fmla="*/ 2209817 h 2323145"/>
              <a:gd name="connsiteX242" fmla="*/ 1136097 w 11269336"/>
              <a:gd name="connsiteY242" fmla="*/ 2205112 h 2323145"/>
              <a:gd name="connsiteX243" fmla="*/ 988232 w 11269336"/>
              <a:gd name="connsiteY243" fmla="*/ 2235635 h 2323145"/>
              <a:gd name="connsiteX244" fmla="*/ 981959 w 11269336"/>
              <a:gd name="connsiteY244" fmla="*/ 2231607 h 2323145"/>
              <a:gd name="connsiteX245" fmla="*/ 938600 w 11269336"/>
              <a:gd name="connsiteY245" fmla="*/ 2238113 h 2323145"/>
              <a:gd name="connsiteX246" fmla="*/ 791788 w 11269336"/>
              <a:gd name="connsiteY246" fmla="*/ 2293224 h 2323145"/>
              <a:gd name="connsiteX247" fmla="*/ 706914 w 11269336"/>
              <a:gd name="connsiteY247" fmla="*/ 2305046 h 2323145"/>
              <a:gd name="connsiteX248" fmla="*/ 675971 w 11269336"/>
              <a:gd name="connsiteY248" fmla="*/ 2304030 h 2323145"/>
              <a:gd name="connsiteX249" fmla="*/ 624180 w 11269336"/>
              <a:gd name="connsiteY249" fmla="*/ 2302650 h 2323145"/>
              <a:gd name="connsiteX250" fmla="*/ 583453 w 11269336"/>
              <a:gd name="connsiteY250" fmla="*/ 2288788 h 2323145"/>
              <a:gd name="connsiteX251" fmla="*/ 540946 w 11269336"/>
              <a:gd name="connsiteY251" fmla="*/ 2292721 h 2323145"/>
              <a:gd name="connsiteX252" fmla="*/ 533680 w 11269336"/>
              <a:gd name="connsiteY252" fmla="*/ 2310233 h 2323145"/>
              <a:gd name="connsiteX253" fmla="*/ 487366 w 11269336"/>
              <a:gd name="connsiteY253" fmla="*/ 2309053 h 2323145"/>
              <a:gd name="connsiteX254" fmla="*/ 416820 w 11269336"/>
              <a:gd name="connsiteY254" fmla="*/ 2305443 h 2323145"/>
              <a:gd name="connsiteX255" fmla="*/ 376805 w 11269336"/>
              <a:gd name="connsiteY255" fmla="*/ 2307647 h 2323145"/>
              <a:gd name="connsiteX256" fmla="*/ 266777 w 11269336"/>
              <a:gd name="connsiteY256" fmla="*/ 2309012 h 2323145"/>
              <a:gd name="connsiteX257" fmla="*/ 156013 w 11269336"/>
              <a:gd name="connsiteY257" fmla="*/ 2306832 h 2323145"/>
              <a:gd name="connsiteX258" fmla="*/ 87258 w 11269336"/>
              <a:gd name="connsiteY258" fmla="*/ 2285511 h 2323145"/>
              <a:gd name="connsiteX259" fmla="*/ 23798 w 11269336"/>
              <a:gd name="connsiteY259" fmla="*/ 2281822 h 2323145"/>
              <a:gd name="connsiteX260" fmla="*/ 0 w 11269336"/>
              <a:gd name="connsiteY260" fmla="*/ 2285369 h 2323145"/>
              <a:gd name="connsiteX261" fmla="*/ 0 w 11269336"/>
              <a:gd name="connsiteY26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593061 w 11269336"/>
              <a:gd name="connsiteY142" fmla="*/ 2171597 h 2323145"/>
              <a:gd name="connsiteX143" fmla="*/ 4533444 w 11269336"/>
              <a:gd name="connsiteY143" fmla="*/ 2181200 h 2323145"/>
              <a:gd name="connsiteX144" fmla="*/ 4492832 w 11269336"/>
              <a:gd name="connsiteY144" fmla="*/ 2188033 h 2323145"/>
              <a:gd name="connsiteX145" fmla="*/ 4467257 w 11269336"/>
              <a:gd name="connsiteY145" fmla="*/ 2196121 h 2323145"/>
              <a:gd name="connsiteX146" fmla="*/ 4459937 w 11269336"/>
              <a:gd name="connsiteY146" fmla="*/ 2195182 h 2323145"/>
              <a:gd name="connsiteX147" fmla="*/ 4433312 w 11269336"/>
              <a:gd name="connsiteY147" fmla="*/ 2199004 h 2323145"/>
              <a:gd name="connsiteX148" fmla="*/ 4420601 w 11269336"/>
              <a:gd name="connsiteY148" fmla="*/ 2205158 h 2323145"/>
              <a:gd name="connsiteX149" fmla="*/ 4405765 w 11269336"/>
              <a:gd name="connsiteY149" fmla="*/ 2199902 h 2323145"/>
              <a:gd name="connsiteX150" fmla="*/ 4401354 w 11269336"/>
              <a:gd name="connsiteY150" fmla="*/ 2194745 h 2323145"/>
              <a:gd name="connsiteX151" fmla="*/ 4383151 w 11269336"/>
              <a:gd name="connsiteY151" fmla="*/ 2201140 h 2323145"/>
              <a:gd name="connsiteX152" fmla="*/ 4366646 w 11269336"/>
              <a:gd name="connsiteY152" fmla="*/ 2198564 h 2323145"/>
              <a:gd name="connsiteX153" fmla="*/ 4354009 w 11269336"/>
              <a:gd name="connsiteY153" fmla="*/ 2204984 h 2323145"/>
              <a:gd name="connsiteX154" fmla="*/ 4348284 w 11269336"/>
              <a:gd name="connsiteY154" fmla="*/ 2205270 h 2323145"/>
              <a:gd name="connsiteX155" fmla="*/ 4333906 w 11269336"/>
              <a:gd name="connsiteY155" fmla="*/ 2205251 h 2323145"/>
              <a:gd name="connsiteX156" fmla="*/ 4308819 w 11269336"/>
              <a:gd name="connsiteY156" fmla="*/ 2203822 h 2323145"/>
              <a:gd name="connsiteX157" fmla="*/ 4301210 w 11269336"/>
              <a:gd name="connsiteY157" fmla="*/ 2204456 h 2323145"/>
              <a:gd name="connsiteX158" fmla="*/ 4283095 w 11269336"/>
              <a:gd name="connsiteY158" fmla="*/ 2198177 h 2323145"/>
              <a:gd name="connsiteX159" fmla="*/ 4250119 w 11269336"/>
              <a:gd name="connsiteY159" fmla="*/ 2196342 h 2323145"/>
              <a:gd name="connsiteX160" fmla="*/ 4189203 w 11269336"/>
              <a:gd name="connsiteY160" fmla="*/ 2178994 h 2323145"/>
              <a:gd name="connsiteX161" fmla="*/ 4154035 w 11269336"/>
              <a:gd name="connsiteY161" fmla="*/ 2171950 h 2323145"/>
              <a:gd name="connsiteX162" fmla="*/ 4129569 w 11269336"/>
              <a:gd name="connsiteY162" fmla="*/ 2163850 h 2323145"/>
              <a:gd name="connsiteX163" fmla="*/ 4061250 w 11269336"/>
              <a:gd name="connsiteY163" fmla="*/ 2159236 h 2323145"/>
              <a:gd name="connsiteX164" fmla="*/ 3945480 w 11269336"/>
              <a:gd name="connsiteY164" fmla="*/ 2158279 h 2323145"/>
              <a:gd name="connsiteX165" fmla="*/ 3921468 w 11269336"/>
              <a:gd name="connsiteY165" fmla="*/ 2156588 h 2323145"/>
              <a:gd name="connsiteX166" fmla="*/ 3903348 w 11269336"/>
              <a:gd name="connsiteY166" fmla="*/ 2149220 h 2323145"/>
              <a:gd name="connsiteX167" fmla="*/ 3901342 w 11269336"/>
              <a:gd name="connsiteY167" fmla="*/ 2142355 h 2323145"/>
              <a:gd name="connsiteX168" fmla="*/ 3888539 w 11269336"/>
              <a:gd name="connsiteY168" fmla="*/ 2140476 h 2323145"/>
              <a:gd name="connsiteX169" fmla="*/ 3885662 w 11269336"/>
              <a:gd name="connsiteY169" fmla="*/ 2138740 h 2323145"/>
              <a:gd name="connsiteX170" fmla="*/ 3868627 w 11269336"/>
              <a:gd name="connsiteY170" fmla="*/ 2130023 h 2323145"/>
              <a:gd name="connsiteX171" fmla="*/ 3819177 w 11269336"/>
              <a:gd name="connsiteY171" fmla="*/ 2142111 h 2323145"/>
              <a:gd name="connsiteX172" fmla="*/ 3769100 w 11269336"/>
              <a:gd name="connsiteY172" fmla="*/ 2131731 h 2323145"/>
              <a:gd name="connsiteX173" fmla="*/ 3562752 w 11269336"/>
              <a:gd name="connsiteY173" fmla="*/ 2131785 h 2323145"/>
              <a:gd name="connsiteX174" fmla="*/ 3541402 w 11269336"/>
              <a:gd name="connsiteY174" fmla="*/ 2106821 h 2323145"/>
              <a:gd name="connsiteX175" fmla="*/ 3365341 w 11269336"/>
              <a:gd name="connsiteY175" fmla="*/ 2077638 h 2323145"/>
              <a:gd name="connsiteX176" fmla="*/ 3170922 w 11269336"/>
              <a:gd name="connsiteY176" fmla="*/ 2115957 h 2323145"/>
              <a:gd name="connsiteX177" fmla="*/ 3156256 w 11269336"/>
              <a:gd name="connsiteY177" fmla="*/ 2124773 h 2323145"/>
              <a:gd name="connsiteX178" fmla="*/ 3140298 w 11269336"/>
              <a:gd name="connsiteY178" fmla="*/ 2129182 h 2323145"/>
              <a:gd name="connsiteX179" fmla="*/ 3138514 w 11269336"/>
              <a:gd name="connsiteY179" fmla="*/ 2128069 h 2323145"/>
              <a:gd name="connsiteX180" fmla="*/ 3120467 w 11269336"/>
              <a:gd name="connsiteY180" fmla="*/ 2128281 h 2323145"/>
              <a:gd name="connsiteX181" fmla="*/ 3116175 w 11269336"/>
              <a:gd name="connsiteY181" fmla="*/ 2131633 h 2323145"/>
              <a:gd name="connsiteX182" fmla="*/ 3103685 w 11269336"/>
              <a:gd name="connsiteY182" fmla="*/ 2132814 h 2323145"/>
              <a:gd name="connsiteX183" fmla="*/ 3078794 w 11269336"/>
              <a:gd name="connsiteY183" fmla="*/ 2137935 h 2323145"/>
              <a:gd name="connsiteX184" fmla="*/ 3074407 w 11269336"/>
              <a:gd name="connsiteY184" fmla="*/ 2136274 h 2323145"/>
              <a:gd name="connsiteX185" fmla="*/ 3037285 w 11269336"/>
              <a:gd name="connsiteY185" fmla="*/ 2139919 h 2323145"/>
              <a:gd name="connsiteX186" fmla="*/ 3036901 w 11269336"/>
              <a:gd name="connsiteY186" fmla="*/ 2138726 h 2323145"/>
              <a:gd name="connsiteX187" fmla="*/ 3026996 w 11269336"/>
              <a:gd name="connsiteY187" fmla="*/ 2134322 h 2323145"/>
              <a:gd name="connsiteX188" fmla="*/ 3007772 w 11269336"/>
              <a:gd name="connsiteY188" fmla="*/ 2128742 h 2323145"/>
              <a:gd name="connsiteX189" fmla="*/ 2965030 w 11269336"/>
              <a:gd name="connsiteY189" fmla="*/ 2100494 h 2323145"/>
              <a:gd name="connsiteX190" fmla="*/ 2926342 w 11269336"/>
              <a:gd name="connsiteY190" fmla="*/ 2104155 h 2323145"/>
              <a:gd name="connsiteX191" fmla="*/ 2918608 w 11269336"/>
              <a:gd name="connsiteY191" fmla="*/ 2104215 h 2323145"/>
              <a:gd name="connsiteX192" fmla="*/ 2918475 w 11269336"/>
              <a:gd name="connsiteY192" fmla="*/ 2103937 h 2323145"/>
              <a:gd name="connsiteX193" fmla="*/ 2910360 w 11269336"/>
              <a:gd name="connsiteY193" fmla="*/ 2103444 h 2323145"/>
              <a:gd name="connsiteX194" fmla="*/ 2904507 w 11269336"/>
              <a:gd name="connsiteY194" fmla="*/ 2104326 h 2323145"/>
              <a:gd name="connsiteX195" fmla="*/ 2889503 w 11269336"/>
              <a:gd name="connsiteY195" fmla="*/ 2104443 h 2323145"/>
              <a:gd name="connsiteX196" fmla="*/ 2884480 w 11269336"/>
              <a:gd name="connsiteY196" fmla="*/ 2102626 h 2323145"/>
              <a:gd name="connsiteX197" fmla="*/ 2882689 w 11269336"/>
              <a:gd name="connsiteY197" fmla="*/ 2099228 h 2323145"/>
              <a:gd name="connsiteX198" fmla="*/ 2881291 w 11269336"/>
              <a:gd name="connsiteY198" fmla="*/ 2099618 h 2323145"/>
              <a:gd name="connsiteX199" fmla="*/ 2853979 w 11269336"/>
              <a:gd name="connsiteY199" fmla="*/ 2090388 h 2323145"/>
              <a:gd name="connsiteX200" fmla="*/ 2791790 w 11269336"/>
              <a:gd name="connsiteY200" fmla="*/ 2080332 h 2323145"/>
              <a:gd name="connsiteX201" fmla="*/ 2755844 w 11269336"/>
              <a:gd name="connsiteY201" fmla="*/ 2078874 h 2323145"/>
              <a:gd name="connsiteX202" fmla="*/ 2657742 w 11269336"/>
              <a:gd name="connsiteY202" fmla="*/ 2070179 h 2323145"/>
              <a:gd name="connsiteX203" fmla="*/ 2559549 w 11269336"/>
              <a:gd name="connsiteY203" fmla="*/ 2057873 h 2323145"/>
              <a:gd name="connsiteX204" fmla="*/ 2512054 w 11269336"/>
              <a:gd name="connsiteY204" fmla="*/ 2031671 h 2323145"/>
              <a:gd name="connsiteX205" fmla="*/ 2506437 w 11269336"/>
              <a:gd name="connsiteY205" fmla="*/ 2030918 h 2323145"/>
              <a:gd name="connsiteX206" fmla="*/ 2491752 w 11269336"/>
              <a:gd name="connsiteY206" fmla="*/ 2033906 h 2323145"/>
              <a:gd name="connsiteX207" fmla="*/ 2486338 w 11269336"/>
              <a:gd name="connsiteY207" fmla="*/ 2035862 h 2323145"/>
              <a:gd name="connsiteX208" fmla="*/ 2478186 w 11269336"/>
              <a:gd name="connsiteY208" fmla="*/ 2036953 h 2323145"/>
              <a:gd name="connsiteX209" fmla="*/ 2477950 w 11269336"/>
              <a:gd name="connsiteY209" fmla="*/ 2036715 h 2323145"/>
              <a:gd name="connsiteX210" fmla="*/ 2470381 w 11269336"/>
              <a:gd name="connsiteY210" fmla="*/ 2038256 h 2323145"/>
              <a:gd name="connsiteX211" fmla="*/ 2433781 w 11269336"/>
              <a:gd name="connsiteY211" fmla="*/ 2049140 h 2323145"/>
              <a:gd name="connsiteX212" fmla="*/ 2381172 w 11269336"/>
              <a:gd name="connsiteY212" fmla="*/ 2030645 h 2323145"/>
              <a:gd name="connsiteX213" fmla="*/ 2360198 w 11269336"/>
              <a:gd name="connsiteY213" fmla="*/ 2029059 h 2323145"/>
              <a:gd name="connsiteX214" fmla="*/ 2348815 w 11269336"/>
              <a:gd name="connsiteY214" fmla="*/ 2026798 h 2323145"/>
              <a:gd name="connsiteX215" fmla="*/ 2347988 w 11269336"/>
              <a:gd name="connsiteY215" fmla="*/ 2025745 h 2323145"/>
              <a:gd name="connsiteX216" fmla="*/ 2312920 w 11269336"/>
              <a:gd name="connsiteY216" fmla="*/ 2036311 h 2323145"/>
              <a:gd name="connsiteX217" fmla="*/ 2307986 w 11269336"/>
              <a:gd name="connsiteY217" fmla="*/ 2035583 h 2323145"/>
              <a:gd name="connsiteX218" fmla="*/ 2285481 w 11269336"/>
              <a:gd name="connsiteY218" fmla="*/ 2045197 h 2323145"/>
              <a:gd name="connsiteX219" fmla="*/ 2273666 w 11269336"/>
              <a:gd name="connsiteY219" fmla="*/ 2048710 h 2323145"/>
              <a:gd name="connsiteX220" fmla="*/ 2270719 w 11269336"/>
              <a:gd name="connsiteY220" fmla="*/ 2052702 h 2323145"/>
              <a:gd name="connsiteX221" fmla="*/ 2253080 w 11269336"/>
              <a:gd name="connsiteY221" fmla="*/ 2056363 h 2323145"/>
              <a:gd name="connsiteX222" fmla="*/ 2250906 w 11269336"/>
              <a:gd name="connsiteY222" fmla="*/ 2055654 h 2323145"/>
              <a:gd name="connsiteX223" fmla="*/ 2236905 w 11269336"/>
              <a:gd name="connsiteY223" fmla="*/ 2062882 h 2323145"/>
              <a:gd name="connsiteX224" fmla="*/ 2225830 w 11269336"/>
              <a:gd name="connsiteY224" fmla="*/ 2074027 h 2323145"/>
              <a:gd name="connsiteX225" fmla="*/ 2073776 w 11269336"/>
              <a:gd name="connsiteY225" fmla="*/ 2089244 h 2323145"/>
              <a:gd name="connsiteX226" fmla="*/ 1948256 w 11269336"/>
              <a:gd name="connsiteY226" fmla="*/ 2146616 h 2323145"/>
              <a:gd name="connsiteX227" fmla="*/ 1865582 w 11269336"/>
              <a:gd name="connsiteY227" fmla="*/ 2153738 h 2323145"/>
              <a:gd name="connsiteX228" fmla="*/ 1835210 w 11269336"/>
              <a:gd name="connsiteY228" fmla="*/ 2134244 h 2323145"/>
              <a:gd name="connsiteX229" fmla="*/ 1632661 w 11269336"/>
              <a:gd name="connsiteY229" fmla="*/ 2173882 h 2323145"/>
              <a:gd name="connsiteX230" fmla="*/ 1579590 w 11269336"/>
              <a:gd name="connsiteY230" fmla="*/ 2173680 h 2323145"/>
              <a:gd name="connsiteX231" fmla="*/ 1535601 w 11269336"/>
              <a:gd name="connsiteY231" fmla="*/ 2194590 h 2323145"/>
              <a:gd name="connsiteX232" fmla="*/ 1515594 w 11269336"/>
              <a:gd name="connsiteY232" fmla="*/ 2189622 h 2323145"/>
              <a:gd name="connsiteX233" fmla="*/ 1512113 w 11269336"/>
              <a:gd name="connsiteY233" fmla="*/ 2188534 h 2323145"/>
              <a:gd name="connsiteX234" fmla="*/ 1498838 w 11269336"/>
              <a:gd name="connsiteY234" fmla="*/ 2189213 h 2323145"/>
              <a:gd name="connsiteX235" fmla="*/ 1494279 w 11269336"/>
              <a:gd name="connsiteY235" fmla="*/ 2183112 h 2323145"/>
              <a:gd name="connsiteX236" fmla="*/ 1473714 w 11269336"/>
              <a:gd name="connsiteY236" fmla="*/ 2179625 h 2323145"/>
              <a:gd name="connsiteX237" fmla="*/ 1449503 w 11269336"/>
              <a:gd name="connsiteY237" fmla="*/ 2182633 h 2323145"/>
              <a:gd name="connsiteX238" fmla="*/ 1266687 w 11269336"/>
              <a:gd name="connsiteY238" fmla="*/ 2212688 h 2323145"/>
              <a:gd name="connsiteX239" fmla="*/ 1239614 w 11269336"/>
              <a:gd name="connsiteY239" fmla="*/ 2209727 h 2323145"/>
              <a:gd name="connsiteX240" fmla="*/ 1202436 w 11269336"/>
              <a:gd name="connsiteY240" fmla="*/ 2209817 h 2323145"/>
              <a:gd name="connsiteX241" fmla="*/ 1136097 w 11269336"/>
              <a:gd name="connsiteY241" fmla="*/ 2205112 h 2323145"/>
              <a:gd name="connsiteX242" fmla="*/ 988232 w 11269336"/>
              <a:gd name="connsiteY242" fmla="*/ 2235635 h 2323145"/>
              <a:gd name="connsiteX243" fmla="*/ 981959 w 11269336"/>
              <a:gd name="connsiteY243" fmla="*/ 2231607 h 2323145"/>
              <a:gd name="connsiteX244" fmla="*/ 938600 w 11269336"/>
              <a:gd name="connsiteY244" fmla="*/ 2238113 h 2323145"/>
              <a:gd name="connsiteX245" fmla="*/ 791788 w 11269336"/>
              <a:gd name="connsiteY245" fmla="*/ 2293224 h 2323145"/>
              <a:gd name="connsiteX246" fmla="*/ 706914 w 11269336"/>
              <a:gd name="connsiteY246" fmla="*/ 2305046 h 2323145"/>
              <a:gd name="connsiteX247" fmla="*/ 675971 w 11269336"/>
              <a:gd name="connsiteY247" fmla="*/ 2304030 h 2323145"/>
              <a:gd name="connsiteX248" fmla="*/ 624180 w 11269336"/>
              <a:gd name="connsiteY248" fmla="*/ 2302650 h 2323145"/>
              <a:gd name="connsiteX249" fmla="*/ 583453 w 11269336"/>
              <a:gd name="connsiteY249" fmla="*/ 2288788 h 2323145"/>
              <a:gd name="connsiteX250" fmla="*/ 540946 w 11269336"/>
              <a:gd name="connsiteY250" fmla="*/ 2292721 h 2323145"/>
              <a:gd name="connsiteX251" fmla="*/ 533680 w 11269336"/>
              <a:gd name="connsiteY251" fmla="*/ 2310233 h 2323145"/>
              <a:gd name="connsiteX252" fmla="*/ 487366 w 11269336"/>
              <a:gd name="connsiteY252" fmla="*/ 2309053 h 2323145"/>
              <a:gd name="connsiteX253" fmla="*/ 416820 w 11269336"/>
              <a:gd name="connsiteY253" fmla="*/ 2305443 h 2323145"/>
              <a:gd name="connsiteX254" fmla="*/ 376805 w 11269336"/>
              <a:gd name="connsiteY254" fmla="*/ 2307647 h 2323145"/>
              <a:gd name="connsiteX255" fmla="*/ 266777 w 11269336"/>
              <a:gd name="connsiteY255" fmla="*/ 2309012 h 2323145"/>
              <a:gd name="connsiteX256" fmla="*/ 156013 w 11269336"/>
              <a:gd name="connsiteY256" fmla="*/ 2306832 h 2323145"/>
              <a:gd name="connsiteX257" fmla="*/ 87258 w 11269336"/>
              <a:gd name="connsiteY257" fmla="*/ 2285511 h 2323145"/>
              <a:gd name="connsiteX258" fmla="*/ 23798 w 11269336"/>
              <a:gd name="connsiteY258" fmla="*/ 2281822 h 2323145"/>
              <a:gd name="connsiteX259" fmla="*/ 0 w 11269336"/>
              <a:gd name="connsiteY259" fmla="*/ 2285369 h 2323145"/>
              <a:gd name="connsiteX260" fmla="*/ 0 w 11269336"/>
              <a:gd name="connsiteY26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593061 w 11269336"/>
              <a:gd name="connsiteY141" fmla="*/ 2171597 h 2323145"/>
              <a:gd name="connsiteX142" fmla="*/ 4533444 w 11269336"/>
              <a:gd name="connsiteY142" fmla="*/ 2181200 h 2323145"/>
              <a:gd name="connsiteX143" fmla="*/ 4492832 w 11269336"/>
              <a:gd name="connsiteY143" fmla="*/ 2188033 h 2323145"/>
              <a:gd name="connsiteX144" fmla="*/ 4467257 w 11269336"/>
              <a:gd name="connsiteY144" fmla="*/ 2196121 h 2323145"/>
              <a:gd name="connsiteX145" fmla="*/ 4459937 w 11269336"/>
              <a:gd name="connsiteY145" fmla="*/ 2195182 h 2323145"/>
              <a:gd name="connsiteX146" fmla="*/ 4433312 w 11269336"/>
              <a:gd name="connsiteY146" fmla="*/ 2199004 h 2323145"/>
              <a:gd name="connsiteX147" fmla="*/ 4420601 w 11269336"/>
              <a:gd name="connsiteY147" fmla="*/ 2205158 h 2323145"/>
              <a:gd name="connsiteX148" fmla="*/ 4405765 w 11269336"/>
              <a:gd name="connsiteY148" fmla="*/ 2199902 h 2323145"/>
              <a:gd name="connsiteX149" fmla="*/ 4401354 w 11269336"/>
              <a:gd name="connsiteY149" fmla="*/ 2194745 h 2323145"/>
              <a:gd name="connsiteX150" fmla="*/ 4383151 w 11269336"/>
              <a:gd name="connsiteY150" fmla="*/ 2201140 h 2323145"/>
              <a:gd name="connsiteX151" fmla="*/ 4366646 w 11269336"/>
              <a:gd name="connsiteY151" fmla="*/ 2198564 h 2323145"/>
              <a:gd name="connsiteX152" fmla="*/ 4354009 w 11269336"/>
              <a:gd name="connsiteY152" fmla="*/ 2204984 h 2323145"/>
              <a:gd name="connsiteX153" fmla="*/ 4348284 w 11269336"/>
              <a:gd name="connsiteY153" fmla="*/ 2205270 h 2323145"/>
              <a:gd name="connsiteX154" fmla="*/ 4333906 w 11269336"/>
              <a:gd name="connsiteY154" fmla="*/ 2205251 h 2323145"/>
              <a:gd name="connsiteX155" fmla="*/ 4308819 w 11269336"/>
              <a:gd name="connsiteY155" fmla="*/ 2203822 h 2323145"/>
              <a:gd name="connsiteX156" fmla="*/ 4301210 w 11269336"/>
              <a:gd name="connsiteY156" fmla="*/ 2204456 h 2323145"/>
              <a:gd name="connsiteX157" fmla="*/ 4283095 w 11269336"/>
              <a:gd name="connsiteY157" fmla="*/ 2198177 h 2323145"/>
              <a:gd name="connsiteX158" fmla="*/ 4250119 w 11269336"/>
              <a:gd name="connsiteY158" fmla="*/ 2196342 h 2323145"/>
              <a:gd name="connsiteX159" fmla="*/ 4189203 w 11269336"/>
              <a:gd name="connsiteY159" fmla="*/ 2178994 h 2323145"/>
              <a:gd name="connsiteX160" fmla="*/ 4154035 w 11269336"/>
              <a:gd name="connsiteY160" fmla="*/ 2171950 h 2323145"/>
              <a:gd name="connsiteX161" fmla="*/ 4129569 w 11269336"/>
              <a:gd name="connsiteY161" fmla="*/ 2163850 h 2323145"/>
              <a:gd name="connsiteX162" fmla="*/ 4061250 w 11269336"/>
              <a:gd name="connsiteY162" fmla="*/ 2159236 h 2323145"/>
              <a:gd name="connsiteX163" fmla="*/ 3945480 w 11269336"/>
              <a:gd name="connsiteY163" fmla="*/ 2158279 h 2323145"/>
              <a:gd name="connsiteX164" fmla="*/ 3921468 w 11269336"/>
              <a:gd name="connsiteY164" fmla="*/ 2156588 h 2323145"/>
              <a:gd name="connsiteX165" fmla="*/ 3903348 w 11269336"/>
              <a:gd name="connsiteY165" fmla="*/ 2149220 h 2323145"/>
              <a:gd name="connsiteX166" fmla="*/ 3901342 w 11269336"/>
              <a:gd name="connsiteY166" fmla="*/ 2142355 h 2323145"/>
              <a:gd name="connsiteX167" fmla="*/ 3888539 w 11269336"/>
              <a:gd name="connsiteY167" fmla="*/ 2140476 h 2323145"/>
              <a:gd name="connsiteX168" fmla="*/ 3885662 w 11269336"/>
              <a:gd name="connsiteY168" fmla="*/ 2138740 h 2323145"/>
              <a:gd name="connsiteX169" fmla="*/ 3868627 w 11269336"/>
              <a:gd name="connsiteY169" fmla="*/ 2130023 h 2323145"/>
              <a:gd name="connsiteX170" fmla="*/ 3819177 w 11269336"/>
              <a:gd name="connsiteY170" fmla="*/ 2142111 h 2323145"/>
              <a:gd name="connsiteX171" fmla="*/ 3769100 w 11269336"/>
              <a:gd name="connsiteY171" fmla="*/ 2131731 h 2323145"/>
              <a:gd name="connsiteX172" fmla="*/ 3562752 w 11269336"/>
              <a:gd name="connsiteY172" fmla="*/ 2131785 h 2323145"/>
              <a:gd name="connsiteX173" fmla="*/ 3541402 w 11269336"/>
              <a:gd name="connsiteY173" fmla="*/ 2106821 h 2323145"/>
              <a:gd name="connsiteX174" fmla="*/ 3365341 w 11269336"/>
              <a:gd name="connsiteY174" fmla="*/ 2077638 h 2323145"/>
              <a:gd name="connsiteX175" fmla="*/ 3170922 w 11269336"/>
              <a:gd name="connsiteY175" fmla="*/ 2115957 h 2323145"/>
              <a:gd name="connsiteX176" fmla="*/ 3156256 w 11269336"/>
              <a:gd name="connsiteY176" fmla="*/ 2124773 h 2323145"/>
              <a:gd name="connsiteX177" fmla="*/ 3140298 w 11269336"/>
              <a:gd name="connsiteY177" fmla="*/ 2129182 h 2323145"/>
              <a:gd name="connsiteX178" fmla="*/ 3138514 w 11269336"/>
              <a:gd name="connsiteY178" fmla="*/ 2128069 h 2323145"/>
              <a:gd name="connsiteX179" fmla="*/ 3120467 w 11269336"/>
              <a:gd name="connsiteY179" fmla="*/ 2128281 h 2323145"/>
              <a:gd name="connsiteX180" fmla="*/ 3116175 w 11269336"/>
              <a:gd name="connsiteY180" fmla="*/ 2131633 h 2323145"/>
              <a:gd name="connsiteX181" fmla="*/ 3103685 w 11269336"/>
              <a:gd name="connsiteY181" fmla="*/ 2132814 h 2323145"/>
              <a:gd name="connsiteX182" fmla="*/ 3078794 w 11269336"/>
              <a:gd name="connsiteY182" fmla="*/ 2137935 h 2323145"/>
              <a:gd name="connsiteX183" fmla="*/ 3074407 w 11269336"/>
              <a:gd name="connsiteY183" fmla="*/ 2136274 h 2323145"/>
              <a:gd name="connsiteX184" fmla="*/ 3037285 w 11269336"/>
              <a:gd name="connsiteY184" fmla="*/ 2139919 h 2323145"/>
              <a:gd name="connsiteX185" fmla="*/ 3036901 w 11269336"/>
              <a:gd name="connsiteY185" fmla="*/ 2138726 h 2323145"/>
              <a:gd name="connsiteX186" fmla="*/ 3026996 w 11269336"/>
              <a:gd name="connsiteY186" fmla="*/ 2134322 h 2323145"/>
              <a:gd name="connsiteX187" fmla="*/ 3007772 w 11269336"/>
              <a:gd name="connsiteY187" fmla="*/ 2128742 h 2323145"/>
              <a:gd name="connsiteX188" fmla="*/ 2965030 w 11269336"/>
              <a:gd name="connsiteY188" fmla="*/ 2100494 h 2323145"/>
              <a:gd name="connsiteX189" fmla="*/ 2926342 w 11269336"/>
              <a:gd name="connsiteY189" fmla="*/ 2104155 h 2323145"/>
              <a:gd name="connsiteX190" fmla="*/ 2918608 w 11269336"/>
              <a:gd name="connsiteY190" fmla="*/ 2104215 h 2323145"/>
              <a:gd name="connsiteX191" fmla="*/ 2918475 w 11269336"/>
              <a:gd name="connsiteY191" fmla="*/ 2103937 h 2323145"/>
              <a:gd name="connsiteX192" fmla="*/ 2910360 w 11269336"/>
              <a:gd name="connsiteY192" fmla="*/ 2103444 h 2323145"/>
              <a:gd name="connsiteX193" fmla="*/ 2904507 w 11269336"/>
              <a:gd name="connsiteY193" fmla="*/ 2104326 h 2323145"/>
              <a:gd name="connsiteX194" fmla="*/ 2889503 w 11269336"/>
              <a:gd name="connsiteY194" fmla="*/ 2104443 h 2323145"/>
              <a:gd name="connsiteX195" fmla="*/ 2884480 w 11269336"/>
              <a:gd name="connsiteY195" fmla="*/ 2102626 h 2323145"/>
              <a:gd name="connsiteX196" fmla="*/ 2882689 w 11269336"/>
              <a:gd name="connsiteY196" fmla="*/ 2099228 h 2323145"/>
              <a:gd name="connsiteX197" fmla="*/ 2881291 w 11269336"/>
              <a:gd name="connsiteY197" fmla="*/ 2099618 h 2323145"/>
              <a:gd name="connsiteX198" fmla="*/ 2853979 w 11269336"/>
              <a:gd name="connsiteY198" fmla="*/ 2090388 h 2323145"/>
              <a:gd name="connsiteX199" fmla="*/ 2791790 w 11269336"/>
              <a:gd name="connsiteY199" fmla="*/ 2080332 h 2323145"/>
              <a:gd name="connsiteX200" fmla="*/ 2755844 w 11269336"/>
              <a:gd name="connsiteY200" fmla="*/ 2078874 h 2323145"/>
              <a:gd name="connsiteX201" fmla="*/ 2657742 w 11269336"/>
              <a:gd name="connsiteY201" fmla="*/ 2070179 h 2323145"/>
              <a:gd name="connsiteX202" fmla="*/ 2559549 w 11269336"/>
              <a:gd name="connsiteY202" fmla="*/ 2057873 h 2323145"/>
              <a:gd name="connsiteX203" fmla="*/ 2512054 w 11269336"/>
              <a:gd name="connsiteY203" fmla="*/ 2031671 h 2323145"/>
              <a:gd name="connsiteX204" fmla="*/ 2506437 w 11269336"/>
              <a:gd name="connsiteY204" fmla="*/ 2030918 h 2323145"/>
              <a:gd name="connsiteX205" fmla="*/ 2491752 w 11269336"/>
              <a:gd name="connsiteY205" fmla="*/ 2033906 h 2323145"/>
              <a:gd name="connsiteX206" fmla="*/ 2486338 w 11269336"/>
              <a:gd name="connsiteY206" fmla="*/ 2035862 h 2323145"/>
              <a:gd name="connsiteX207" fmla="*/ 2478186 w 11269336"/>
              <a:gd name="connsiteY207" fmla="*/ 2036953 h 2323145"/>
              <a:gd name="connsiteX208" fmla="*/ 2477950 w 11269336"/>
              <a:gd name="connsiteY208" fmla="*/ 2036715 h 2323145"/>
              <a:gd name="connsiteX209" fmla="*/ 2470381 w 11269336"/>
              <a:gd name="connsiteY209" fmla="*/ 2038256 h 2323145"/>
              <a:gd name="connsiteX210" fmla="*/ 2433781 w 11269336"/>
              <a:gd name="connsiteY210" fmla="*/ 2049140 h 2323145"/>
              <a:gd name="connsiteX211" fmla="*/ 2381172 w 11269336"/>
              <a:gd name="connsiteY211" fmla="*/ 2030645 h 2323145"/>
              <a:gd name="connsiteX212" fmla="*/ 2360198 w 11269336"/>
              <a:gd name="connsiteY212" fmla="*/ 2029059 h 2323145"/>
              <a:gd name="connsiteX213" fmla="*/ 2348815 w 11269336"/>
              <a:gd name="connsiteY213" fmla="*/ 2026798 h 2323145"/>
              <a:gd name="connsiteX214" fmla="*/ 2347988 w 11269336"/>
              <a:gd name="connsiteY214" fmla="*/ 2025745 h 2323145"/>
              <a:gd name="connsiteX215" fmla="*/ 2312920 w 11269336"/>
              <a:gd name="connsiteY215" fmla="*/ 2036311 h 2323145"/>
              <a:gd name="connsiteX216" fmla="*/ 2307986 w 11269336"/>
              <a:gd name="connsiteY216" fmla="*/ 2035583 h 2323145"/>
              <a:gd name="connsiteX217" fmla="*/ 2285481 w 11269336"/>
              <a:gd name="connsiteY217" fmla="*/ 2045197 h 2323145"/>
              <a:gd name="connsiteX218" fmla="*/ 2273666 w 11269336"/>
              <a:gd name="connsiteY218" fmla="*/ 2048710 h 2323145"/>
              <a:gd name="connsiteX219" fmla="*/ 2270719 w 11269336"/>
              <a:gd name="connsiteY219" fmla="*/ 2052702 h 2323145"/>
              <a:gd name="connsiteX220" fmla="*/ 2253080 w 11269336"/>
              <a:gd name="connsiteY220" fmla="*/ 2056363 h 2323145"/>
              <a:gd name="connsiteX221" fmla="*/ 2250906 w 11269336"/>
              <a:gd name="connsiteY221" fmla="*/ 2055654 h 2323145"/>
              <a:gd name="connsiteX222" fmla="*/ 2236905 w 11269336"/>
              <a:gd name="connsiteY222" fmla="*/ 2062882 h 2323145"/>
              <a:gd name="connsiteX223" fmla="*/ 2225830 w 11269336"/>
              <a:gd name="connsiteY223" fmla="*/ 2074027 h 2323145"/>
              <a:gd name="connsiteX224" fmla="*/ 2073776 w 11269336"/>
              <a:gd name="connsiteY224" fmla="*/ 2089244 h 2323145"/>
              <a:gd name="connsiteX225" fmla="*/ 1948256 w 11269336"/>
              <a:gd name="connsiteY225" fmla="*/ 2146616 h 2323145"/>
              <a:gd name="connsiteX226" fmla="*/ 1865582 w 11269336"/>
              <a:gd name="connsiteY226" fmla="*/ 2153738 h 2323145"/>
              <a:gd name="connsiteX227" fmla="*/ 1835210 w 11269336"/>
              <a:gd name="connsiteY227" fmla="*/ 2134244 h 2323145"/>
              <a:gd name="connsiteX228" fmla="*/ 1632661 w 11269336"/>
              <a:gd name="connsiteY228" fmla="*/ 2173882 h 2323145"/>
              <a:gd name="connsiteX229" fmla="*/ 1579590 w 11269336"/>
              <a:gd name="connsiteY229" fmla="*/ 2173680 h 2323145"/>
              <a:gd name="connsiteX230" fmla="*/ 1535601 w 11269336"/>
              <a:gd name="connsiteY230" fmla="*/ 2194590 h 2323145"/>
              <a:gd name="connsiteX231" fmla="*/ 1515594 w 11269336"/>
              <a:gd name="connsiteY231" fmla="*/ 2189622 h 2323145"/>
              <a:gd name="connsiteX232" fmla="*/ 1512113 w 11269336"/>
              <a:gd name="connsiteY232" fmla="*/ 2188534 h 2323145"/>
              <a:gd name="connsiteX233" fmla="*/ 1498838 w 11269336"/>
              <a:gd name="connsiteY233" fmla="*/ 2189213 h 2323145"/>
              <a:gd name="connsiteX234" fmla="*/ 1494279 w 11269336"/>
              <a:gd name="connsiteY234" fmla="*/ 2183112 h 2323145"/>
              <a:gd name="connsiteX235" fmla="*/ 1473714 w 11269336"/>
              <a:gd name="connsiteY235" fmla="*/ 2179625 h 2323145"/>
              <a:gd name="connsiteX236" fmla="*/ 1449503 w 11269336"/>
              <a:gd name="connsiteY236" fmla="*/ 2182633 h 2323145"/>
              <a:gd name="connsiteX237" fmla="*/ 1266687 w 11269336"/>
              <a:gd name="connsiteY237" fmla="*/ 2212688 h 2323145"/>
              <a:gd name="connsiteX238" fmla="*/ 1239614 w 11269336"/>
              <a:gd name="connsiteY238" fmla="*/ 2209727 h 2323145"/>
              <a:gd name="connsiteX239" fmla="*/ 1202436 w 11269336"/>
              <a:gd name="connsiteY239" fmla="*/ 2209817 h 2323145"/>
              <a:gd name="connsiteX240" fmla="*/ 1136097 w 11269336"/>
              <a:gd name="connsiteY240" fmla="*/ 2205112 h 2323145"/>
              <a:gd name="connsiteX241" fmla="*/ 988232 w 11269336"/>
              <a:gd name="connsiteY241" fmla="*/ 2235635 h 2323145"/>
              <a:gd name="connsiteX242" fmla="*/ 981959 w 11269336"/>
              <a:gd name="connsiteY242" fmla="*/ 2231607 h 2323145"/>
              <a:gd name="connsiteX243" fmla="*/ 938600 w 11269336"/>
              <a:gd name="connsiteY243" fmla="*/ 2238113 h 2323145"/>
              <a:gd name="connsiteX244" fmla="*/ 791788 w 11269336"/>
              <a:gd name="connsiteY244" fmla="*/ 2293224 h 2323145"/>
              <a:gd name="connsiteX245" fmla="*/ 706914 w 11269336"/>
              <a:gd name="connsiteY245" fmla="*/ 2305046 h 2323145"/>
              <a:gd name="connsiteX246" fmla="*/ 675971 w 11269336"/>
              <a:gd name="connsiteY246" fmla="*/ 2304030 h 2323145"/>
              <a:gd name="connsiteX247" fmla="*/ 624180 w 11269336"/>
              <a:gd name="connsiteY247" fmla="*/ 2302650 h 2323145"/>
              <a:gd name="connsiteX248" fmla="*/ 583453 w 11269336"/>
              <a:gd name="connsiteY248" fmla="*/ 2288788 h 2323145"/>
              <a:gd name="connsiteX249" fmla="*/ 540946 w 11269336"/>
              <a:gd name="connsiteY249" fmla="*/ 2292721 h 2323145"/>
              <a:gd name="connsiteX250" fmla="*/ 533680 w 11269336"/>
              <a:gd name="connsiteY250" fmla="*/ 2310233 h 2323145"/>
              <a:gd name="connsiteX251" fmla="*/ 487366 w 11269336"/>
              <a:gd name="connsiteY251" fmla="*/ 2309053 h 2323145"/>
              <a:gd name="connsiteX252" fmla="*/ 416820 w 11269336"/>
              <a:gd name="connsiteY252" fmla="*/ 2305443 h 2323145"/>
              <a:gd name="connsiteX253" fmla="*/ 376805 w 11269336"/>
              <a:gd name="connsiteY253" fmla="*/ 2307647 h 2323145"/>
              <a:gd name="connsiteX254" fmla="*/ 266777 w 11269336"/>
              <a:gd name="connsiteY254" fmla="*/ 2309012 h 2323145"/>
              <a:gd name="connsiteX255" fmla="*/ 156013 w 11269336"/>
              <a:gd name="connsiteY255" fmla="*/ 2306832 h 2323145"/>
              <a:gd name="connsiteX256" fmla="*/ 87258 w 11269336"/>
              <a:gd name="connsiteY256" fmla="*/ 2285511 h 2323145"/>
              <a:gd name="connsiteX257" fmla="*/ 23798 w 11269336"/>
              <a:gd name="connsiteY257" fmla="*/ 2281822 h 2323145"/>
              <a:gd name="connsiteX258" fmla="*/ 0 w 11269336"/>
              <a:gd name="connsiteY258" fmla="*/ 2285369 h 2323145"/>
              <a:gd name="connsiteX259" fmla="*/ 0 w 11269336"/>
              <a:gd name="connsiteY25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83151 w 11269336"/>
              <a:gd name="connsiteY149" fmla="*/ 2201140 h 2323145"/>
              <a:gd name="connsiteX150" fmla="*/ 4366646 w 11269336"/>
              <a:gd name="connsiteY150" fmla="*/ 2198564 h 2323145"/>
              <a:gd name="connsiteX151" fmla="*/ 4354009 w 11269336"/>
              <a:gd name="connsiteY151" fmla="*/ 2204984 h 2323145"/>
              <a:gd name="connsiteX152" fmla="*/ 4348284 w 11269336"/>
              <a:gd name="connsiteY152" fmla="*/ 2205270 h 2323145"/>
              <a:gd name="connsiteX153" fmla="*/ 4333906 w 11269336"/>
              <a:gd name="connsiteY153" fmla="*/ 2205251 h 2323145"/>
              <a:gd name="connsiteX154" fmla="*/ 4308819 w 11269336"/>
              <a:gd name="connsiteY154" fmla="*/ 2203822 h 2323145"/>
              <a:gd name="connsiteX155" fmla="*/ 4301210 w 11269336"/>
              <a:gd name="connsiteY155" fmla="*/ 2204456 h 2323145"/>
              <a:gd name="connsiteX156" fmla="*/ 4283095 w 11269336"/>
              <a:gd name="connsiteY156" fmla="*/ 2198177 h 2323145"/>
              <a:gd name="connsiteX157" fmla="*/ 4250119 w 11269336"/>
              <a:gd name="connsiteY157" fmla="*/ 2196342 h 2323145"/>
              <a:gd name="connsiteX158" fmla="*/ 4189203 w 11269336"/>
              <a:gd name="connsiteY158" fmla="*/ 2178994 h 2323145"/>
              <a:gd name="connsiteX159" fmla="*/ 4154035 w 11269336"/>
              <a:gd name="connsiteY159" fmla="*/ 2171950 h 2323145"/>
              <a:gd name="connsiteX160" fmla="*/ 4129569 w 11269336"/>
              <a:gd name="connsiteY160" fmla="*/ 2163850 h 2323145"/>
              <a:gd name="connsiteX161" fmla="*/ 4061250 w 11269336"/>
              <a:gd name="connsiteY161" fmla="*/ 2159236 h 2323145"/>
              <a:gd name="connsiteX162" fmla="*/ 3945480 w 11269336"/>
              <a:gd name="connsiteY162" fmla="*/ 2158279 h 2323145"/>
              <a:gd name="connsiteX163" fmla="*/ 3921468 w 11269336"/>
              <a:gd name="connsiteY163" fmla="*/ 2156588 h 2323145"/>
              <a:gd name="connsiteX164" fmla="*/ 3903348 w 11269336"/>
              <a:gd name="connsiteY164" fmla="*/ 2149220 h 2323145"/>
              <a:gd name="connsiteX165" fmla="*/ 3901342 w 11269336"/>
              <a:gd name="connsiteY165" fmla="*/ 2142355 h 2323145"/>
              <a:gd name="connsiteX166" fmla="*/ 3888539 w 11269336"/>
              <a:gd name="connsiteY166" fmla="*/ 2140476 h 2323145"/>
              <a:gd name="connsiteX167" fmla="*/ 3885662 w 11269336"/>
              <a:gd name="connsiteY167" fmla="*/ 2138740 h 2323145"/>
              <a:gd name="connsiteX168" fmla="*/ 3868627 w 11269336"/>
              <a:gd name="connsiteY168" fmla="*/ 2130023 h 2323145"/>
              <a:gd name="connsiteX169" fmla="*/ 3819177 w 11269336"/>
              <a:gd name="connsiteY169" fmla="*/ 2142111 h 2323145"/>
              <a:gd name="connsiteX170" fmla="*/ 3769100 w 11269336"/>
              <a:gd name="connsiteY170" fmla="*/ 2131731 h 2323145"/>
              <a:gd name="connsiteX171" fmla="*/ 3562752 w 11269336"/>
              <a:gd name="connsiteY171" fmla="*/ 2131785 h 2323145"/>
              <a:gd name="connsiteX172" fmla="*/ 3541402 w 11269336"/>
              <a:gd name="connsiteY172" fmla="*/ 2106821 h 2323145"/>
              <a:gd name="connsiteX173" fmla="*/ 3365341 w 11269336"/>
              <a:gd name="connsiteY173" fmla="*/ 2077638 h 2323145"/>
              <a:gd name="connsiteX174" fmla="*/ 3170922 w 11269336"/>
              <a:gd name="connsiteY174" fmla="*/ 2115957 h 2323145"/>
              <a:gd name="connsiteX175" fmla="*/ 3156256 w 11269336"/>
              <a:gd name="connsiteY175" fmla="*/ 2124773 h 2323145"/>
              <a:gd name="connsiteX176" fmla="*/ 3140298 w 11269336"/>
              <a:gd name="connsiteY176" fmla="*/ 2129182 h 2323145"/>
              <a:gd name="connsiteX177" fmla="*/ 3138514 w 11269336"/>
              <a:gd name="connsiteY177" fmla="*/ 2128069 h 2323145"/>
              <a:gd name="connsiteX178" fmla="*/ 3120467 w 11269336"/>
              <a:gd name="connsiteY178" fmla="*/ 2128281 h 2323145"/>
              <a:gd name="connsiteX179" fmla="*/ 3116175 w 11269336"/>
              <a:gd name="connsiteY179" fmla="*/ 2131633 h 2323145"/>
              <a:gd name="connsiteX180" fmla="*/ 3103685 w 11269336"/>
              <a:gd name="connsiteY180" fmla="*/ 2132814 h 2323145"/>
              <a:gd name="connsiteX181" fmla="*/ 3078794 w 11269336"/>
              <a:gd name="connsiteY181" fmla="*/ 2137935 h 2323145"/>
              <a:gd name="connsiteX182" fmla="*/ 3074407 w 11269336"/>
              <a:gd name="connsiteY182" fmla="*/ 2136274 h 2323145"/>
              <a:gd name="connsiteX183" fmla="*/ 3037285 w 11269336"/>
              <a:gd name="connsiteY183" fmla="*/ 2139919 h 2323145"/>
              <a:gd name="connsiteX184" fmla="*/ 3036901 w 11269336"/>
              <a:gd name="connsiteY184" fmla="*/ 2138726 h 2323145"/>
              <a:gd name="connsiteX185" fmla="*/ 3026996 w 11269336"/>
              <a:gd name="connsiteY185" fmla="*/ 2134322 h 2323145"/>
              <a:gd name="connsiteX186" fmla="*/ 3007772 w 11269336"/>
              <a:gd name="connsiteY186" fmla="*/ 2128742 h 2323145"/>
              <a:gd name="connsiteX187" fmla="*/ 2965030 w 11269336"/>
              <a:gd name="connsiteY187" fmla="*/ 2100494 h 2323145"/>
              <a:gd name="connsiteX188" fmla="*/ 2926342 w 11269336"/>
              <a:gd name="connsiteY188" fmla="*/ 2104155 h 2323145"/>
              <a:gd name="connsiteX189" fmla="*/ 2918608 w 11269336"/>
              <a:gd name="connsiteY189" fmla="*/ 2104215 h 2323145"/>
              <a:gd name="connsiteX190" fmla="*/ 2918475 w 11269336"/>
              <a:gd name="connsiteY190" fmla="*/ 2103937 h 2323145"/>
              <a:gd name="connsiteX191" fmla="*/ 2910360 w 11269336"/>
              <a:gd name="connsiteY191" fmla="*/ 2103444 h 2323145"/>
              <a:gd name="connsiteX192" fmla="*/ 2904507 w 11269336"/>
              <a:gd name="connsiteY192" fmla="*/ 2104326 h 2323145"/>
              <a:gd name="connsiteX193" fmla="*/ 2889503 w 11269336"/>
              <a:gd name="connsiteY193" fmla="*/ 2104443 h 2323145"/>
              <a:gd name="connsiteX194" fmla="*/ 2884480 w 11269336"/>
              <a:gd name="connsiteY194" fmla="*/ 2102626 h 2323145"/>
              <a:gd name="connsiteX195" fmla="*/ 2882689 w 11269336"/>
              <a:gd name="connsiteY195" fmla="*/ 2099228 h 2323145"/>
              <a:gd name="connsiteX196" fmla="*/ 2881291 w 11269336"/>
              <a:gd name="connsiteY196" fmla="*/ 2099618 h 2323145"/>
              <a:gd name="connsiteX197" fmla="*/ 2853979 w 11269336"/>
              <a:gd name="connsiteY197" fmla="*/ 2090388 h 2323145"/>
              <a:gd name="connsiteX198" fmla="*/ 2791790 w 11269336"/>
              <a:gd name="connsiteY198" fmla="*/ 2080332 h 2323145"/>
              <a:gd name="connsiteX199" fmla="*/ 2755844 w 11269336"/>
              <a:gd name="connsiteY199" fmla="*/ 2078874 h 2323145"/>
              <a:gd name="connsiteX200" fmla="*/ 2657742 w 11269336"/>
              <a:gd name="connsiteY200" fmla="*/ 2070179 h 2323145"/>
              <a:gd name="connsiteX201" fmla="*/ 2559549 w 11269336"/>
              <a:gd name="connsiteY201" fmla="*/ 2057873 h 2323145"/>
              <a:gd name="connsiteX202" fmla="*/ 2512054 w 11269336"/>
              <a:gd name="connsiteY202" fmla="*/ 2031671 h 2323145"/>
              <a:gd name="connsiteX203" fmla="*/ 2506437 w 11269336"/>
              <a:gd name="connsiteY203" fmla="*/ 2030918 h 2323145"/>
              <a:gd name="connsiteX204" fmla="*/ 2491752 w 11269336"/>
              <a:gd name="connsiteY204" fmla="*/ 2033906 h 2323145"/>
              <a:gd name="connsiteX205" fmla="*/ 2486338 w 11269336"/>
              <a:gd name="connsiteY205" fmla="*/ 2035862 h 2323145"/>
              <a:gd name="connsiteX206" fmla="*/ 2478186 w 11269336"/>
              <a:gd name="connsiteY206" fmla="*/ 2036953 h 2323145"/>
              <a:gd name="connsiteX207" fmla="*/ 2477950 w 11269336"/>
              <a:gd name="connsiteY207" fmla="*/ 2036715 h 2323145"/>
              <a:gd name="connsiteX208" fmla="*/ 2470381 w 11269336"/>
              <a:gd name="connsiteY208" fmla="*/ 2038256 h 2323145"/>
              <a:gd name="connsiteX209" fmla="*/ 2433781 w 11269336"/>
              <a:gd name="connsiteY209" fmla="*/ 2049140 h 2323145"/>
              <a:gd name="connsiteX210" fmla="*/ 2381172 w 11269336"/>
              <a:gd name="connsiteY210" fmla="*/ 2030645 h 2323145"/>
              <a:gd name="connsiteX211" fmla="*/ 2360198 w 11269336"/>
              <a:gd name="connsiteY211" fmla="*/ 2029059 h 2323145"/>
              <a:gd name="connsiteX212" fmla="*/ 2348815 w 11269336"/>
              <a:gd name="connsiteY212" fmla="*/ 2026798 h 2323145"/>
              <a:gd name="connsiteX213" fmla="*/ 2347988 w 11269336"/>
              <a:gd name="connsiteY213" fmla="*/ 2025745 h 2323145"/>
              <a:gd name="connsiteX214" fmla="*/ 2312920 w 11269336"/>
              <a:gd name="connsiteY214" fmla="*/ 2036311 h 2323145"/>
              <a:gd name="connsiteX215" fmla="*/ 2307986 w 11269336"/>
              <a:gd name="connsiteY215" fmla="*/ 2035583 h 2323145"/>
              <a:gd name="connsiteX216" fmla="*/ 2285481 w 11269336"/>
              <a:gd name="connsiteY216" fmla="*/ 2045197 h 2323145"/>
              <a:gd name="connsiteX217" fmla="*/ 2273666 w 11269336"/>
              <a:gd name="connsiteY217" fmla="*/ 2048710 h 2323145"/>
              <a:gd name="connsiteX218" fmla="*/ 2270719 w 11269336"/>
              <a:gd name="connsiteY218" fmla="*/ 2052702 h 2323145"/>
              <a:gd name="connsiteX219" fmla="*/ 2253080 w 11269336"/>
              <a:gd name="connsiteY219" fmla="*/ 2056363 h 2323145"/>
              <a:gd name="connsiteX220" fmla="*/ 2250906 w 11269336"/>
              <a:gd name="connsiteY220" fmla="*/ 2055654 h 2323145"/>
              <a:gd name="connsiteX221" fmla="*/ 2236905 w 11269336"/>
              <a:gd name="connsiteY221" fmla="*/ 2062882 h 2323145"/>
              <a:gd name="connsiteX222" fmla="*/ 2225830 w 11269336"/>
              <a:gd name="connsiteY222" fmla="*/ 2074027 h 2323145"/>
              <a:gd name="connsiteX223" fmla="*/ 2073776 w 11269336"/>
              <a:gd name="connsiteY223" fmla="*/ 2089244 h 2323145"/>
              <a:gd name="connsiteX224" fmla="*/ 1948256 w 11269336"/>
              <a:gd name="connsiteY224" fmla="*/ 2146616 h 2323145"/>
              <a:gd name="connsiteX225" fmla="*/ 1865582 w 11269336"/>
              <a:gd name="connsiteY225" fmla="*/ 2153738 h 2323145"/>
              <a:gd name="connsiteX226" fmla="*/ 1835210 w 11269336"/>
              <a:gd name="connsiteY226" fmla="*/ 2134244 h 2323145"/>
              <a:gd name="connsiteX227" fmla="*/ 1632661 w 11269336"/>
              <a:gd name="connsiteY227" fmla="*/ 2173882 h 2323145"/>
              <a:gd name="connsiteX228" fmla="*/ 1579590 w 11269336"/>
              <a:gd name="connsiteY228" fmla="*/ 2173680 h 2323145"/>
              <a:gd name="connsiteX229" fmla="*/ 1535601 w 11269336"/>
              <a:gd name="connsiteY229" fmla="*/ 2194590 h 2323145"/>
              <a:gd name="connsiteX230" fmla="*/ 1515594 w 11269336"/>
              <a:gd name="connsiteY230" fmla="*/ 2189622 h 2323145"/>
              <a:gd name="connsiteX231" fmla="*/ 1512113 w 11269336"/>
              <a:gd name="connsiteY231" fmla="*/ 2188534 h 2323145"/>
              <a:gd name="connsiteX232" fmla="*/ 1498838 w 11269336"/>
              <a:gd name="connsiteY232" fmla="*/ 2189213 h 2323145"/>
              <a:gd name="connsiteX233" fmla="*/ 1494279 w 11269336"/>
              <a:gd name="connsiteY233" fmla="*/ 2183112 h 2323145"/>
              <a:gd name="connsiteX234" fmla="*/ 1473714 w 11269336"/>
              <a:gd name="connsiteY234" fmla="*/ 2179625 h 2323145"/>
              <a:gd name="connsiteX235" fmla="*/ 1449503 w 11269336"/>
              <a:gd name="connsiteY235" fmla="*/ 2182633 h 2323145"/>
              <a:gd name="connsiteX236" fmla="*/ 1266687 w 11269336"/>
              <a:gd name="connsiteY236" fmla="*/ 2212688 h 2323145"/>
              <a:gd name="connsiteX237" fmla="*/ 1239614 w 11269336"/>
              <a:gd name="connsiteY237" fmla="*/ 2209727 h 2323145"/>
              <a:gd name="connsiteX238" fmla="*/ 1202436 w 11269336"/>
              <a:gd name="connsiteY238" fmla="*/ 2209817 h 2323145"/>
              <a:gd name="connsiteX239" fmla="*/ 1136097 w 11269336"/>
              <a:gd name="connsiteY239" fmla="*/ 2205112 h 2323145"/>
              <a:gd name="connsiteX240" fmla="*/ 988232 w 11269336"/>
              <a:gd name="connsiteY240" fmla="*/ 2235635 h 2323145"/>
              <a:gd name="connsiteX241" fmla="*/ 981959 w 11269336"/>
              <a:gd name="connsiteY241" fmla="*/ 2231607 h 2323145"/>
              <a:gd name="connsiteX242" fmla="*/ 938600 w 11269336"/>
              <a:gd name="connsiteY242" fmla="*/ 2238113 h 2323145"/>
              <a:gd name="connsiteX243" fmla="*/ 791788 w 11269336"/>
              <a:gd name="connsiteY243" fmla="*/ 2293224 h 2323145"/>
              <a:gd name="connsiteX244" fmla="*/ 706914 w 11269336"/>
              <a:gd name="connsiteY244" fmla="*/ 2305046 h 2323145"/>
              <a:gd name="connsiteX245" fmla="*/ 675971 w 11269336"/>
              <a:gd name="connsiteY245" fmla="*/ 2304030 h 2323145"/>
              <a:gd name="connsiteX246" fmla="*/ 624180 w 11269336"/>
              <a:gd name="connsiteY246" fmla="*/ 2302650 h 2323145"/>
              <a:gd name="connsiteX247" fmla="*/ 583453 w 11269336"/>
              <a:gd name="connsiteY247" fmla="*/ 2288788 h 2323145"/>
              <a:gd name="connsiteX248" fmla="*/ 540946 w 11269336"/>
              <a:gd name="connsiteY248" fmla="*/ 2292721 h 2323145"/>
              <a:gd name="connsiteX249" fmla="*/ 533680 w 11269336"/>
              <a:gd name="connsiteY249" fmla="*/ 2310233 h 2323145"/>
              <a:gd name="connsiteX250" fmla="*/ 487366 w 11269336"/>
              <a:gd name="connsiteY250" fmla="*/ 2309053 h 2323145"/>
              <a:gd name="connsiteX251" fmla="*/ 416820 w 11269336"/>
              <a:gd name="connsiteY251" fmla="*/ 2305443 h 2323145"/>
              <a:gd name="connsiteX252" fmla="*/ 376805 w 11269336"/>
              <a:gd name="connsiteY252" fmla="*/ 2307647 h 2323145"/>
              <a:gd name="connsiteX253" fmla="*/ 266777 w 11269336"/>
              <a:gd name="connsiteY253" fmla="*/ 2309012 h 2323145"/>
              <a:gd name="connsiteX254" fmla="*/ 156013 w 11269336"/>
              <a:gd name="connsiteY254" fmla="*/ 2306832 h 2323145"/>
              <a:gd name="connsiteX255" fmla="*/ 87258 w 11269336"/>
              <a:gd name="connsiteY255" fmla="*/ 2285511 h 2323145"/>
              <a:gd name="connsiteX256" fmla="*/ 23798 w 11269336"/>
              <a:gd name="connsiteY256" fmla="*/ 2281822 h 2323145"/>
              <a:gd name="connsiteX257" fmla="*/ 0 w 11269336"/>
              <a:gd name="connsiteY257" fmla="*/ 2285369 h 2323145"/>
              <a:gd name="connsiteX258" fmla="*/ 0 w 11269336"/>
              <a:gd name="connsiteY25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66646 w 11269336"/>
              <a:gd name="connsiteY149" fmla="*/ 2198564 h 2323145"/>
              <a:gd name="connsiteX150" fmla="*/ 4354009 w 11269336"/>
              <a:gd name="connsiteY150" fmla="*/ 2204984 h 2323145"/>
              <a:gd name="connsiteX151" fmla="*/ 4348284 w 11269336"/>
              <a:gd name="connsiteY151" fmla="*/ 2205270 h 2323145"/>
              <a:gd name="connsiteX152" fmla="*/ 4333906 w 11269336"/>
              <a:gd name="connsiteY152" fmla="*/ 2205251 h 2323145"/>
              <a:gd name="connsiteX153" fmla="*/ 4308819 w 11269336"/>
              <a:gd name="connsiteY153" fmla="*/ 2203822 h 2323145"/>
              <a:gd name="connsiteX154" fmla="*/ 4301210 w 11269336"/>
              <a:gd name="connsiteY154" fmla="*/ 2204456 h 2323145"/>
              <a:gd name="connsiteX155" fmla="*/ 4283095 w 11269336"/>
              <a:gd name="connsiteY155" fmla="*/ 2198177 h 2323145"/>
              <a:gd name="connsiteX156" fmla="*/ 4250119 w 11269336"/>
              <a:gd name="connsiteY156" fmla="*/ 2196342 h 2323145"/>
              <a:gd name="connsiteX157" fmla="*/ 4189203 w 11269336"/>
              <a:gd name="connsiteY157" fmla="*/ 2178994 h 2323145"/>
              <a:gd name="connsiteX158" fmla="*/ 4154035 w 11269336"/>
              <a:gd name="connsiteY158" fmla="*/ 2171950 h 2323145"/>
              <a:gd name="connsiteX159" fmla="*/ 4129569 w 11269336"/>
              <a:gd name="connsiteY159" fmla="*/ 2163850 h 2323145"/>
              <a:gd name="connsiteX160" fmla="*/ 4061250 w 11269336"/>
              <a:gd name="connsiteY160" fmla="*/ 2159236 h 2323145"/>
              <a:gd name="connsiteX161" fmla="*/ 3945480 w 11269336"/>
              <a:gd name="connsiteY161" fmla="*/ 2158279 h 2323145"/>
              <a:gd name="connsiteX162" fmla="*/ 3921468 w 11269336"/>
              <a:gd name="connsiteY162" fmla="*/ 2156588 h 2323145"/>
              <a:gd name="connsiteX163" fmla="*/ 3903348 w 11269336"/>
              <a:gd name="connsiteY163" fmla="*/ 2149220 h 2323145"/>
              <a:gd name="connsiteX164" fmla="*/ 3901342 w 11269336"/>
              <a:gd name="connsiteY164" fmla="*/ 2142355 h 2323145"/>
              <a:gd name="connsiteX165" fmla="*/ 3888539 w 11269336"/>
              <a:gd name="connsiteY165" fmla="*/ 2140476 h 2323145"/>
              <a:gd name="connsiteX166" fmla="*/ 3885662 w 11269336"/>
              <a:gd name="connsiteY166" fmla="*/ 2138740 h 2323145"/>
              <a:gd name="connsiteX167" fmla="*/ 3868627 w 11269336"/>
              <a:gd name="connsiteY167" fmla="*/ 2130023 h 2323145"/>
              <a:gd name="connsiteX168" fmla="*/ 3819177 w 11269336"/>
              <a:gd name="connsiteY168" fmla="*/ 2142111 h 2323145"/>
              <a:gd name="connsiteX169" fmla="*/ 3769100 w 11269336"/>
              <a:gd name="connsiteY169" fmla="*/ 2131731 h 2323145"/>
              <a:gd name="connsiteX170" fmla="*/ 3562752 w 11269336"/>
              <a:gd name="connsiteY170" fmla="*/ 2131785 h 2323145"/>
              <a:gd name="connsiteX171" fmla="*/ 3541402 w 11269336"/>
              <a:gd name="connsiteY171" fmla="*/ 2106821 h 2323145"/>
              <a:gd name="connsiteX172" fmla="*/ 3365341 w 11269336"/>
              <a:gd name="connsiteY172" fmla="*/ 2077638 h 2323145"/>
              <a:gd name="connsiteX173" fmla="*/ 3170922 w 11269336"/>
              <a:gd name="connsiteY173" fmla="*/ 2115957 h 2323145"/>
              <a:gd name="connsiteX174" fmla="*/ 3156256 w 11269336"/>
              <a:gd name="connsiteY174" fmla="*/ 2124773 h 2323145"/>
              <a:gd name="connsiteX175" fmla="*/ 3140298 w 11269336"/>
              <a:gd name="connsiteY175" fmla="*/ 2129182 h 2323145"/>
              <a:gd name="connsiteX176" fmla="*/ 3138514 w 11269336"/>
              <a:gd name="connsiteY176" fmla="*/ 2128069 h 2323145"/>
              <a:gd name="connsiteX177" fmla="*/ 3120467 w 11269336"/>
              <a:gd name="connsiteY177" fmla="*/ 2128281 h 2323145"/>
              <a:gd name="connsiteX178" fmla="*/ 3116175 w 11269336"/>
              <a:gd name="connsiteY178" fmla="*/ 2131633 h 2323145"/>
              <a:gd name="connsiteX179" fmla="*/ 3103685 w 11269336"/>
              <a:gd name="connsiteY179" fmla="*/ 2132814 h 2323145"/>
              <a:gd name="connsiteX180" fmla="*/ 3078794 w 11269336"/>
              <a:gd name="connsiteY180" fmla="*/ 2137935 h 2323145"/>
              <a:gd name="connsiteX181" fmla="*/ 3074407 w 11269336"/>
              <a:gd name="connsiteY181" fmla="*/ 2136274 h 2323145"/>
              <a:gd name="connsiteX182" fmla="*/ 3037285 w 11269336"/>
              <a:gd name="connsiteY182" fmla="*/ 2139919 h 2323145"/>
              <a:gd name="connsiteX183" fmla="*/ 3036901 w 11269336"/>
              <a:gd name="connsiteY183" fmla="*/ 2138726 h 2323145"/>
              <a:gd name="connsiteX184" fmla="*/ 3026996 w 11269336"/>
              <a:gd name="connsiteY184" fmla="*/ 2134322 h 2323145"/>
              <a:gd name="connsiteX185" fmla="*/ 3007772 w 11269336"/>
              <a:gd name="connsiteY185" fmla="*/ 2128742 h 2323145"/>
              <a:gd name="connsiteX186" fmla="*/ 2965030 w 11269336"/>
              <a:gd name="connsiteY186" fmla="*/ 2100494 h 2323145"/>
              <a:gd name="connsiteX187" fmla="*/ 2926342 w 11269336"/>
              <a:gd name="connsiteY187" fmla="*/ 2104155 h 2323145"/>
              <a:gd name="connsiteX188" fmla="*/ 2918608 w 11269336"/>
              <a:gd name="connsiteY188" fmla="*/ 2104215 h 2323145"/>
              <a:gd name="connsiteX189" fmla="*/ 2918475 w 11269336"/>
              <a:gd name="connsiteY189" fmla="*/ 2103937 h 2323145"/>
              <a:gd name="connsiteX190" fmla="*/ 2910360 w 11269336"/>
              <a:gd name="connsiteY190" fmla="*/ 2103444 h 2323145"/>
              <a:gd name="connsiteX191" fmla="*/ 2904507 w 11269336"/>
              <a:gd name="connsiteY191" fmla="*/ 2104326 h 2323145"/>
              <a:gd name="connsiteX192" fmla="*/ 2889503 w 11269336"/>
              <a:gd name="connsiteY192" fmla="*/ 2104443 h 2323145"/>
              <a:gd name="connsiteX193" fmla="*/ 2884480 w 11269336"/>
              <a:gd name="connsiteY193" fmla="*/ 2102626 h 2323145"/>
              <a:gd name="connsiteX194" fmla="*/ 2882689 w 11269336"/>
              <a:gd name="connsiteY194" fmla="*/ 2099228 h 2323145"/>
              <a:gd name="connsiteX195" fmla="*/ 2881291 w 11269336"/>
              <a:gd name="connsiteY195" fmla="*/ 2099618 h 2323145"/>
              <a:gd name="connsiteX196" fmla="*/ 2853979 w 11269336"/>
              <a:gd name="connsiteY196" fmla="*/ 2090388 h 2323145"/>
              <a:gd name="connsiteX197" fmla="*/ 2791790 w 11269336"/>
              <a:gd name="connsiteY197" fmla="*/ 2080332 h 2323145"/>
              <a:gd name="connsiteX198" fmla="*/ 2755844 w 11269336"/>
              <a:gd name="connsiteY198" fmla="*/ 2078874 h 2323145"/>
              <a:gd name="connsiteX199" fmla="*/ 2657742 w 11269336"/>
              <a:gd name="connsiteY199" fmla="*/ 2070179 h 2323145"/>
              <a:gd name="connsiteX200" fmla="*/ 2559549 w 11269336"/>
              <a:gd name="connsiteY200" fmla="*/ 2057873 h 2323145"/>
              <a:gd name="connsiteX201" fmla="*/ 2512054 w 11269336"/>
              <a:gd name="connsiteY201" fmla="*/ 2031671 h 2323145"/>
              <a:gd name="connsiteX202" fmla="*/ 2506437 w 11269336"/>
              <a:gd name="connsiteY202" fmla="*/ 2030918 h 2323145"/>
              <a:gd name="connsiteX203" fmla="*/ 2491752 w 11269336"/>
              <a:gd name="connsiteY203" fmla="*/ 2033906 h 2323145"/>
              <a:gd name="connsiteX204" fmla="*/ 2486338 w 11269336"/>
              <a:gd name="connsiteY204" fmla="*/ 2035862 h 2323145"/>
              <a:gd name="connsiteX205" fmla="*/ 2478186 w 11269336"/>
              <a:gd name="connsiteY205" fmla="*/ 2036953 h 2323145"/>
              <a:gd name="connsiteX206" fmla="*/ 2477950 w 11269336"/>
              <a:gd name="connsiteY206" fmla="*/ 2036715 h 2323145"/>
              <a:gd name="connsiteX207" fmla="*/ 2470381 w 11269336"/>
              <a:gd name="connsiteY207" fmla="*/ 2038256 h 2323145"/>
              <a:gd name="connsiteX208" fmla="*/ 2433781 w 11269336"/>
              <a:gd name="connsiteY208" fmla="*/ 2049140 h 2323145"/>
              <a:gd name="connsiteX209" fmla="*/ 2381172 w 11269336"/>
              <a:gd name="connsiteY209" fmla="*/ 2030645 h 2323145"/>
              <a:gd name="connsiteX210" fmla="*/ 2360198 w 11269336"/>
              <a:gd name="connsiteY210" fmla="*/ 2029059 h 2323145"/>
              <a:gd name="connsiteX211" fmla="*/ 2348815 w 11269336"/>
              <a:gd name="connsiteY211" fmla="*/ 2026798 h 2323145"/>
              <a:gd name="connsiteX212" fmla="*/ 2347988 w 11269336"/>
              <a:gd name="connsiteY212" fmla="*/ 2025745 h 2323145"/>
              <a:gd name="connsiteX213" fmla="*/ 2312920 w 11269336"/>
              <a:gd name="connsiteY213" fmla="*/ 2036311 h 2323145"/>
              <a:gd name="connsiteX214" fmla="*/ 2307986 w 11269336"/>
              <a:gd name="connsiteY214" fmla="*/ 2035583 h 2323145"/>
              <a:gd name="connsiteX215" fmla="*/ 2285481 w 11269336"/>
              <a:gd name="connsiteY215" fmla="*/ 2045197 h 2323145"/>
              <a:gd name="connsiteX216" fmla="*/ 2273666 w 11269336"/>
              <a:gd name="connsiteY216" fmla="*/ 2048710 h 2323145"/>
              <a:gd name="connsiteX217" fmla="*/ 2270719 w 11269336"/>
              <a:gd name="connsiteY217" fmla="*/ 2052702 h 2323145"/>
              <a:gd name="connsiteX218" fmla="*/ 2253080 w 11269336"/>
              <a:gd name="connsiteY218" fmla="*/ 2056363 h 2323145"/>
              <a:gd name="connsiteX219" fmla="*/ 2250906 w 11269336"/>
              <a:gd name="connsiteY219" fmla="*/ 2055654 h 2323145"/>
              <a:gd name="connsiteX220" fmla="*/ 2236905 w 11269336"/>
              <a:gd name="connsiteY220" fmla="*/ 2062882 h 2323145"/>
              <a:gd name="connsiteX221" fmla="*/ 2225830 w 11269336"/>
              <a:gd name="connsiteY221" fmla="*/ 2074027 h 2323145"/>
              <a:gd name="connsiteX222" fmla="*/ 2073776 w 11269336"/>
              <a:gd name="connsiteY222" fmla="*/ 2089244 h 2323145"/>
              <a:gd name="connsiteX223" fmla="*/ 1948256 w 11269336"/>
              <a:gd name="connsiteY223" fmla="*/ 2146616 h 2323145"/>
              <a:gd name="connsiteX224" fmla="*/ 1865582 w 11269336"/>
              <a:gd name="connsiteY224" fmla="*/ 2153738 h 2323145"/>
              <a:gd name="connsiteX225" fmla="*/ 1835210 w 11269336"/>
              <a:gd name="connsiteY225" fmla="*/ 2134244 h 2323145"/>
              <a:gd name="connsiteX226" fmla="*/ 1632661 w 11269336"/>
              <a:gd name="connsiteY226" fmla="*/ 2173882 h 2323145"/>
              <a:gd name="connsiteX227" fmla="*/ 1579590 w 11269336"/>
              <a:gd name="connsiteY227" fmla="*/ 2173680 h 2323145"/>
              <a:gd name="connsiteX228" fmla="*/ 1535601 w 11269336"/>
              <a:gd name="connsiteY228" fmla="*/ 2194590 h 2323145"/>
              <a:gd name="connsiteX229" fmla="*/ 1515594 w 11269336"/>
              <a:gd name="connsiteY229" fmla="*/ 2189622 h 2323145"/>
              <a:gd name="connsiteX230" fmla="*/ 1512113 w 11269336"/>
              <a:gd name="connsiteY230" fmla="*/ 2188534 h 2323145"/>
              <a:gd name="connsiteX231" fmla="*/ 1498838 w 11269336"/>
              <a:gd name="connsiteY231" fmla="*/ 2189213 h 2323145"/>
              <a:gd name="connsiteX232" fmla="*/ 1494279 w 11269336"/>
              <a:gd name="connsiteY232" fmla="*/ 2183112 h 2323145"/>
              <a:gd name="connsiteX233" fmla="*/ 1473714 w 11269336"/>
              <a:gd name="connsiteY233" fmla="*/ 2179625 h 2323145"/>
              <a:gd name="connsiteX234" fmla="*/ 1449503 w 11269336"/>
              <a:gd name="connsiteY234" fmla="*/ 2182633 h 2323145"/>
              <a:gd name="connsiteX235" fmla="*/ 1266687 w 11269336"/>
              <a:gd name="connsiteY235" fmla="*/ 2212688 h 2323145"/>
              <a:gd name="connsiteX236" fmla="*/ 1239614 w 11269336"/>
              <a:gd name="connsiteY236" fmla="*/ 2209727 h 2323145"/>
              <a:gd name="connsiteX237" fmla="*/ 1202436 w 11269336"/>
              <a:gd name="connsiteY237" fmla="*/ 2209817 h 2323145"/>
              <a:gd name="connsiteX238" fmla="*/ 1136097 w 11269336"/>
              <a:gd name="connsiteY238" fmla="*/ 2205112 h 2323145"/>
              <a:gd name="connsiteX239" fmla="*/ 988232 w 11269336"/>
              <a:gd name="connsiteY239" fmla="*/ 2235635 h 2323145"/>
              <a:gd name="connsiteX240" fmla="*/ 981959 w 11269336"/>
              <a:gd name="connsiteY240" fmla="*/ 2231607 h 2323145"/>
              <a:gd name="connsiteX241" fmla="*/ 938600 w 11269336"/>
              <a:gd name="connsiteY241" fmla="*/ 2238113 h 2323145"/>
              <a:gd name="connsiteX242" fmla="*/ 791788 w 11269336"/>
              <a:gd name="connsiteY242" fmla="*/ 2293224 h 2323145"/>
              <a:gd name="connsiteX243" fmla="*/ 706914 w 11269336"/>
              <a:gd name="connsiteY243" fmla="*/ 2305046 h 2323145"/>
              <a:gd name="connsiteX244" fmla="*/ 675971 w 11269336"/>
              <a:gd name="connsiteY244" fmla="*/ 2304030 h 2323145"/>
              <a:gd name="connsiteX245" fmla="*/ 624180 w 11269336"/>
              <a:gd name="connsiteY245" fmla="*/ 2302650 h 2323145"/>
              <a:gd name="connsiteX246" fmla="*/ 583453 w 11269336"/>
              <a:gd name="connsiteY246" fmla="*/ 2288788 h 2323145"/>
              <a:gd name="connsiteX247" fmla="*/ 540946 w 11269336"/>
              <a:gd name="connsiteY247" fmla="*/ 2292721 h 2323145"/>
              <a:gd name="connsiteX248" fmla="*/ 533680 w 11269336"/>
              <a:gd name="connsiteY248" fmla="*/ 2310233 h 2323145"/>
              <a:gd name="connsiteX249" fmla="*/ 487366 w 11269336"/>
              <a:gd name="connsiteY249" fmla="*/ 2309053 h 2323145"/>
              <a:gd name="connsiteX250" fmla="*/ 416820 w 11269336"/>
              <a:gd name="connsiteY250" fmla="*/ 2305443 h 2323145"/>
              <a:gd name="connsiteX251" fmla="*/ 376805 w 11269336"/>
              <a:gd name="connsiteY251" fmla="*/ 2307647 h 2323145"/>
              <a:gd name="connsiteX252" fmla="*/ 266777 w 11269336"/>
              <a:gd name="connsiteY252" fmla="*/ 2309012 h 2323145"/>
              <a:gd name="connsiteX253" fmla="*/ 156013 w 11269336"/>
              <a:gd name="connsiteY253" fmla="*/ 2306832 h 2323145"/>
              <a:gd name="connsiteX254" fmla="*/ 87258 w 11269336"/>
              <a:gd name="connsiteY254" fmla="*/ 2285511 h 2323145"/>
              <a:gd name="connsiteX255" fmla="*/ 23798 w 11269336"/>
              <a:gd name="connsiteY255" fmla="*/ 2281822 h 2323145"/>
              <a:gd name="connsiteX256" fmla="*/ 0 w 11269336"/>
              <a:gd name="connsiteY256" fmla="*/ 2285369 h 2323145"/>
              <a:gd name="connsiteX257" fmla="*/ 0 w 11269336"/>
              <a:gd name="connsiteY25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05765 w 11269336"/>
              <a:gd name="connsiteY146" fmla="*/ 2199902 h 2323145"/>
              <a:gd name="connsiteX147" fmla="*/ 4401354 w 11269336"/>
              <a:gd name="connsiteY147" fmla="*/ 2194745 h 2323145"/>
              <a:gd name="connsiteX148" fmla="*/ 4366646 w 11269336"/>
              <a:gd name="connsiteY148" fmla="*/ 2198564 h 2323145"/>
              <a:gd name="connsiteX149" fmla="*/ 4354009 w 11269336"/>
              <a:gd name="connsiteY149" fmla="*/ 2204984 h 2323145"/>
              <a:gd name="connsiteX150" fmla="*/ 4348284 w 11269336"/>
              <a:gd name="connsiteY150" fmla="*/ 2205270 h 2323145"/>
              <a:gd name="connsiteX151" fmla="*/ 4333906 w 11269336"/>
              <a:gd name="connsiteY151" fmla="*/ 2205251 h 2323145"/>
              <a:gd name="connsiteX152" fmla="*/ 4308819 w 11269336"/>
              <a:gd name="connsiteY152" fmla="*/ 2203822 h 2323145"/>
              <a:gd name="connsiteX153" fmla="*/ 4301210 w 11269336"/>
              <a:gd name="connsiteY153" fmla="*/ 2204456 h 2323145"/>
              <a:gd name="connsiteX154" fmla="*/ 4283095 w 11269336"/>
              <a:gd name="connsiteY154" fmla="*/ 2198177 h 2323145"/>
              <a:gd name="connsiteX155" fmla="*/ 4250119 w 11269336"/>
              <a:gd name="connsiteY155" fmla="*/ 2196342 h 2323145"/>
              <a:gd name="connsiteX156" fmla="*/ 4189203 w 11269336"/>
              <a:gd name="connsiteY156" fmla="*/ 2178994 h 2323145"/>
              <a:gd name="connsiteX157" fmla="*/ 4154035 w 11269336"/>
              <a:gd name="connsiteY157" fmla="*/ 2171950 h 2323145"/>
              <a:gd name="connsiteX158" fmla="*/ 4129569 w 11269336"/>
              <a:gd name="connsiteY158" fmla="*/ 2163850 h 2323145"/>
              <a:gd name="connsiteX159" fmla="*/ 4061250 w 11269336"/>
              <a:gd name="connsiteY159" fmla="*/ 2159236 h 2323145"/>
              <a:gd name="connsiteX160" fmla="*/ 3945480 w 11269336"/>
              <a:gd name="connsiteY160" fmla="*/ 2158279 h 2323145"/>
              <a:gd name="connsiteX161" fmla="*/ 3921468 w 11269336"/>
              <a:gd name="connsiteY161" fmla="*/ 2156588 h 2323145"/>
              <a:gd name="connsiteX162" fmla="*/ 3903348 w 11269336"/>
              <a:gd name="connsiteY162" fmla="*/ 2149220 h 2323145"/>
              <a:gd name="connsiteX163" fmla="*/ 3901342 w 11269336"/>
              <a:gd name="connsiteY163" fmla="*/ 2142355 h 2323145"/>
              <a:gd name="connsiteX164" fmla="*/ 3888539 w 11269336"/>
              <a:gd name="connsiteY164" fmla="*/ 2140476 h 2323145"/>
              <a:gd name="connsiteX165" fmla="*/ 3885662 w 11269336"/>
              <a:gd name="connsiteY165" fmla="*/ 2138740 h 2323145"/>
              <a:gd name="connsiteX166" fmla="*/ 3868627 w 11269336"/>
              <a:gd name="connsiteY166" fmla="*/ 2130023 h 2323145"/>
              <a:gd name="connsiteX167" fmla="*/ 3819177 w 11269336"/>
              <a:gd name="connsiteY167" fmla="*/ 2142111 h 2323145"/>
              <a:gd name="connsiteX168" fmla="*/ 3769100 w 11269336"/>
              <a:gd name="connsiteY168" fmla="*/ 2131731 h 2323145"/>
              <a:gd name="connsiteX169" fmla="*/ 3562752 w 11269336"/>
              <a:gd name="connsiteY169" fmla="*/ 2131785 h 2323145"/>
              <a:gd name="connsiteX170" fmla="*/ 3541402 w 11269336"/>
              <a:gd name="connsiteY170" fmla="*/ 2106821 h 2323145"/>
              <a:gd name="connsiteX171" fmla="*/ 3365341 w 11269336"/>
              <a:gd name="connsiteY171" fmla="*/ 2077638 h 2323145"/>
              <a:gd name="connsiteX172" fmla="*/ 3170922 w 11269336"/>
              <a:gd name="connsiteY172" fmla="*/ 2115957 h 2323145"/>
              <a:gd name="connsiteX173" fmla="*/ 3156256 w 11269336"/>
              <a:gd name="connsiteY173" fmla="*/ 2124773 h 2323145"/>
              <a:gd name="connsiteX174" fmla="*/ 3140298 w 11269336"/>
              <a:gd name="connsiteY174" fmla="*/ 2129182 h 2323145"/>
              <a:gd name="connsiteX175" fmla="*/ 3138514 w 11269336"/>
              <a:gd name="connsiteY175" fmla="*/ 2128069 h 2323145"/>
              <a:gd name="connsiteX176" fmla="*/ 3120467 w 11269336"/>
              <a:gd name="connsiteY176" fmla="*/ 2128281 h 2323145"/>
              <a:gd name="connsiteX177" fmla="*/ 3116175 w 11269336"/>
              <a:gd name="connsiteY177" fmla="*/ 2131633 h 2323145"/>
              <a:gd name="connsiteX178" fmla="*/ 3103685 w 11269336"/>
              <a:gd name="connsiteY178" fmla="*/ 2132814 h 2323145"/>
              <a:gd name="connsiteX179" fmla="*/ 3078794 w 11269336"/>
              <a:gd name="connsiteY179" fmla="*/ 2137935 h 2323145"/>
              <a:gd name="connsiteX180" fmla="*/ 3074407 w 11269336"/>
              <a:gd name="connsiteY180" fmla="*/ 2136274 h 2323145"/>
              <a:gd name="connsiteX181" fmla="*/ 3037285 w 11269336"/>
              <a:gd name="connsiteY181" fmla="*/ 2139919 h 2323145"/>
              <a:gd name="connsiteX182" fmla="*/ 3036901 w 11269336"/>
              <a:gd name="connsiteY182" fmla="*/ 2138726 h 2323145"/>
              <a:gd name="connsiteX183" fmla="*/ 3026996 w 11269336"/>
              <a:gd name="connsiteY183" fmla="*/ 2134322 h 2323145"/>
              <a:gd name="connsiteX184" fmla="*/ 3007772 w 11269336"/>
              <a:gd name="connsiteY184" fmla="*/ 2128742 h 2323145"/>
              <a:gd name="connsiteX185" fmla="*/ 2965030 w 11269336"/>
              <a:gd name="connsiteY185" fmla="*/ 2100494 h 2323145"/>
              <a:gd name="connsiteX186" fmla="*/ 2926342 w 11269336"/>
              <a:gd name="connsiteY186" fmla="*/ 2104155 h 2323145"/>
              <a:gd name="connsiteX187" fmla="*/ 2918608 w 11269336"/>
              <a:gd name="connsiteY187" fmla="*/ 2104215 h 2323145"/>
              <a:gd name="connsiteX188" fmla="*/ 2918475 w 11269336"/>
              <a:gd name="connsiteY188" fmla="*/ 2103937 h 2323145"/>
              <a:gd name="connsiteX189" fmla="*/ 2910360 w 11269336"/>
              <a:gd name="connsiteY189" fmla="*/ 2103444 h 2323145"/>
              <a:gd name="connsiteX190" fmla="*/ 2904507 w 11269336"/>
              <a:gd name="connsiteY190" fmla="*/ 2104326 h 2323145"/>
              <a:gd name="connsiteX191" fmla="*/ 2889503 w 11269336"/>
              <a:gd name="connsiteY191" fmla="*/ 2104443 h 2323145"/>
              <a:gd name="connsiteX192" fmla="*/ 2884480 w 11269336"/>
              <a:gd name="connsiteY192" fmla="*/ 2102626 h 2323145"/>
              <a:gd name="connsiteX193" fmla="*/ 2882689 w 11269336"/>
              <a:gd name="connsiteY193" fmla="*/ 2099228 h 2323145"/>
              <a:gd name="connsiteX194" fmla="*/ 2881291 w 11269336"/>
              <a:gd name="connsiteY194" fmla="*/ 2099618 h 2323145"/>
              <a:gd name="connsiteX195" fmla="*/ 2853979 w 11269336"/>
              <a:gd name="connsiteY195" fmla="*/ 2090388 h 2323145"/>
              <a:gd name="connsiteX196" fmla="*/ 2791790 w 11269336"/>
              <a:gd name="connsiteY196" fmla="*/ 2080332 h 2323145"/>
              <a:gd name="connsiteX197" fmla="*/ 2755844 w 11269336"/>
              <a:gd name="connsiteY197" fmla="*/ 2078874 h 2323145"/>
              <a:gd name="connsiteX198" fmla="*/ 2657742 w 11269336"/>
              <a:gd name="connsiteY198" fmla="*/ 2070179 h 2323145"/>
              <a:gd name="connsiteX199" fmla="*/ 2559549 w 11269336"/>
              <a:gd name="connsiteY199" fmla="*/ 2057873 h 2323145"/>
              <a:gd name="connsiteX200" fmla="*/ 2512054 w 11269336"/>
              <a:gd name="connsiteY200" fmla="*/ 2031671 h 2323145"/>
              <a:gd name="connsiteX201" fmla="*/ 2506437 w 11269336"/>
              <a:gd name="connsiteY201" fmla="*/ 2030918 h 2323145"/>
              <a:gd name="connsiteX202" fmla="*/ 2491752 w 11269336"/>
              <a:gd name="connsiteY202" fmla="*/ 2033906 h 2323145"/>
              <a:gd name="connsiteX203" fmla="*/ 2486338 w 11269336"/>
              <a:gd name="connsiteY203" fmla="*/ 2035862 h 2323145"/>
              <a:gd name="connsiteX204" fmla="*/ 2478186 w 11269336"/>
              <a:gd name="connsiteY204" fmla="*/ 2036953 h 2323145"/>
              <a:gd name="connsiteX205" fmla="*/ 2477950 w 11269336"/>
              <a:gd name="connsiteY205" fmla="*/ 2036715 h 2323145"/>
              <a:gd name="connsiteX206" fmla="*/ 2470381 w 11269336"/>
              <a:gd name="connsiteY206" fmla="*/ 2038256 h 2323145"/>
              <a:gd name="connsiteX207" fmla="*/ 2433781 w 11269336"/>
              <a:gd name="connsiteY207" fmla="*/ 2049140 h 2323145"/>
              <a:gd name="connsiteX208" fmla="*/ 2381172 w 11269336"/>
              <a:gd name="connsiteY208" fmla="*/ 2030645 h 2323145"/>
              <a:gd name="connsiteX209" fmla="*/ 2360198 w 11269336"/>
              <a:gd name="connsiteY209" fmla="*/ 2029059 h 2323145"/>
              <a:gd name="connsiteX210" fmla="*/ 2348815 w 11269336"/>
              <a:gd name="connsiteY210" fmla="*/ 2026798 h 2323145"/>
              <a:gd name="connsiteX211" fmla="*/ 2347988 w 11269336"/>
              <a:gd name="connsiteY211" fmla="*/ 2025745 h 2323145"/>
              <a:gd name="connsiteX212" fmla="*/ 2312920 w 11269336"/>
              <a:gd name="connsiteY212" fmla="*/ 2036311 h 2323145"/>
              <a:gd name="connsiteX213" fmla="*/ 2307986 w 11269336"/>
              <a:gd name="connsiteY213" fmla="*/ 2035583 h 2323145"/>
              <a:gd name="connsiteX214" fmla="*/ 2285481 w 11269336"/>
              <a:gd name="connsiteY214" fmla="*/ 2045197 h 2323145"/>
              <a:gd name="connsiteX215" fmla="*/ 2273666 w 11269336"/>
              <a:gd name="connsiteY215" fmla="*/ 2048710 h 2323145"/>
              <a:gd name="connsiteX216" fmla="*/ 2270719 w 11269336"/>
              <a:gd name="connsiteY216" fmla="*/ 2052702 h 2323145"/>
              <a:gd name="connsiteX217" fmla="*/ 2253080 w 11269336"/>
              <a:gd name="connsiteY217" fmla="*/ 2056363 h 2323145"/>
              <a:gd name="connsiteX218" fmla="*/ 2250906 w 11269336"/>
              <a:gd name="connsiteY218" fmla="*/ 2055654 h 2323145"/>
              <a:gd name="connsiteX219" fmla="*/ 2236905 w 11269336"/>
              <a:gd name="connsiteY219" fmla="*/ 2062882 h 2323145"/>
              <a:gd name="connsiteX220" fmla="*/ 2225830 w 11269336"/>
              <a:gd name="connsiteY220" fmla="*/ 2074027 h 2323145"/>
              <a:gd name="connsiteX221" fmla="*/ 2073776 w 11269336"/>
              <a:gd name="connsiteY221" fmla="*/ 2089244 h 2323145"/>
              <a:gd name="connsiteX222" fmla="*/ 1948256 w 11269336"/>
              <a:gd name="connsiteY222" fmla="*/ 2146616 h 2323145"/>
              <a:gd name="connsiteX223" fmla="*/ 1865582 w 11269336"/>
              <a:gd name="connsiteY223" fmla="*/ 2153738 h 2323145"/>
              <a:gd name="connsiteX224" fmla="*/ 1835210 w 11269336"/>
              <a:gd name="connsiteY224" fmla="*/ 2134244 h 2323145"/>
              <a:gd name="connsiteX225" fmla="*/ 1632661 w 11269336"/>
              <a:gd name="connsiteY225" fmla="*/ 2173882 h 2323145"/>
              <a:gd name="connsiteX226" fmla="*/ 1579590 w 11269336"/>
              <a:gd name="connsiteY226" fmla="*/ 2173680 h 2323145"/>
              <a:gd name="connsiteX227" fmla="*/ 1535601 w 11269336"/>
              <a:gd name="connsiteY227" fmla="*/ 2194590 h 2323145"/>
              <a:gd name="connsiteX228" fmla="*/ 1515594 w 11269336"/>
              <a:gd name="connsiteY228" fmla="*/ 2189622 h 2323145"/>
              <a:gd name="connsiteX229" fmla="*/ 1512113 w 11269336"/>
              <a:gd name="connsiteY229" fmla="*/ 2188534 h 2323145"/>
              <a:gd name="connsiteX230" fmla="*/ 1498838 w 11269336"/>
              <a:gd name="connsiteY230" fmla="*/ 2189213 h 2323145"/>
              <a:gd name="connsiteX231" fmla="*/ 1494279 w 11269336"/>
              <a:gd name="connsiteY231" fmla="*/ 2183112 h 2323145"/>
              <a:gd name="connsiteX232" fmla="*/ 1473714 w 11269336"/>
              <a:gd name="connsiteY232" fmla="*/ 2179625 h 2323145"/>
              <a:gd name="connsiteX233" fmla="*/ 1449503 w 11269336"/>
              <a:gd name="connsiteY233" fmla="*/ 2182633 h 2323145"/>
              <a:gd name="connsiteX234" fmla="*/ 1266687 w 11269336"/>
              <a:gd name="connsiteY234" fmla="*/ 2212688 h 2323145"/>
              <a:gd name="connsiteX235" fmla="*/ 1239614 w 11269336"/>
              <a:gd name="connsiteY235" fmla="*/ 2209727 h 2323145"/>
              <a:gd name="connsiteX236" fmla="*/ 1202436 w 11269336"/>
              <a:gd name="connsiteY236" fmla="*/ 2209817 h 2323145"/>
              <a:gd name="connsiteX237" fmla="*/ 1136097 w 11269336"/>
              <a:gd name="connsiteY237" fmla="*/ 2205112 h 2323145"/>
              <a:gd name="connsiteX238" fmla="*/ 988232 w 11269336"/>
              <a:gd name="connsiteY238" fmla="*/ 2235635 h 2323145"/>
              <a:gd name="connsiteX239" fmla="*/ 981959 w 11269336"/>
              <a:gd name="connsiteY239" fmla="*/ 2231607 h 2323145"/>
              <a:gd name="connsiteX240" fmla="*/ 938600 w 11269336"/>
              <a:gd name="connsiteY240" fmla="*/ 2238113 h 2323145"/>
              <a:gd name="connsiteX241" fmla="*/ 791788 w 11269336"/>
              <a:gd name="connsiteY241" fmla="*/ 2293224 h 2323145"/>
              <a:gd name="connsiteX242" fmla="*/ 706914 w 11269336"/>
              <a:gd name="connsiteY242" fmla="*/ 2305046 h 2323145"/>
              <a:gd name="connsiteX243" fmla="*/ 675971 w 11269336"/>
              <a:gd name="connsiteY243" fmla="*/ 2304030 h 2323145"/>
              <a:gd name="connsiteX244" fmla="*/ 624180 w 11269336"/>
              <a:gd name="connsiteY244" fmla="*/ 2302650 h 2323145"/>
              <a:gd name="connsiteX245" fmla="*/ 583453 w 11269336"/>
              <a:gd name="connsiteY245" fmla="*/ 2288788 h 2323145"/>
              <a:gd name="connsiteX246" fmla="*/ 540946 w 11269336"/>
              <a:gd name="connsiteY246" fmla="*/ 2292721 h 2323145"/>
              <a:gd name="connsiteX247" fmla="*/ 533680 w 11269336"/>
              <a:gd name="connsiteY247" fmla="*/ 2310233 h 2323145"/>
              <a:gd name="connsiteX248" fmla="*/ 487366 w 11269336"/>
              <a:gd name="connsiteY248" fmla="*/ 2309053 h 2323145"/>
              <a:gd name="connsiteX249" fmla="*/ 416820 w 11269336"/>
              <a:gd name="connsiteY249" fmla="*/ 2305443 h 2323145"/>
              <a:gd name="connsiteX250" fmla="*/ 376805 w 11269336"/>
              <a:gd name="connsiteY250" fmla="*/ 2307647 h 2323145"/>
              <a:gd name="connsiteX251" fmla="*/ 266777 w 11269336"/>
              <a:gd name="connsiteY251" fmla="*/ 2309012 h 2323145"/>
              <a:gd name="connsiteX252" fmla="*/ 156013 w 11269336"/>
              <a:gd name="connsiteY252" fmla="*/ 2306832 h 2323145"/>
              <a:gd name="connsiteX253" fmla="*/ 87258 w 11269336"/>
              <a:gd name="connsiteY253" fmla="*/ 2285511 h 2323145"/>
              <a:gd name="connsiteX254" fmla="*/ 23798 w 11269336"/>
              <a:gd name="connsiteY254" fmla="*/ 2281822 h 2323145"/>
              <a:gd name="connsiteX255" fmla="*/ 0 w 11269336"/>
              <a:gd name="connsiteY255" fmla="*/ 2285369 h 2323145"/>
              <a:gd name="connsiteX256" fmla="*/ 0 w 11269336"/>
              <a:gd name="connsiteY25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05765 w 11269336"/>
              <a:gd name="connsiteY145" fmla="*/ 2199902 h 2323145"/>
              <a:gd name="connsiteX146" fmla="*/ 4401354 w 11269336"/>
              <a:gd name="connsiteY146" fmla="*/ 2194745 h 2323145"/>
              <a:gd name="connsiteX147" fmla="*/ 4366646 w 11269336"/>
              <a:gd name="connsiteY147" fmla="*/ 2198564 h 2323145"/>
              <a:gd name="connsiteX148" fmla="*/ 4354009 w 11269336"/>
              <a:gd name="connsiteY148" fmla="*/ 2204984 h 2323145"/>
              <a:gd name="connsiteX149" fmla="*/ 4348284 w 11269336"/>
              <a:gd name="connsiteY149" fmla="*/ 2205270 h 2323145"/>
              <a:gd name="connsiteX150" fmla="*/ 4333906 w 11269336"/>
              <a:gd name="connsiteY150" fmla="*/ 2205251 h 2323145"/>
              <a:gd name="connsiteX151" fmla="*/ 4308819 w 11269336"/>
              <a:gd name="connsiteY151" fmla="*/ 2203822 h 2323145"/>
              <a:gd name="connsiteX152" fmla="*/ 4301210 w 11269336"/>
              <a:gd name="connsiteY152" fmla="*/ 2204456 h 2323145"/>
              <a:gd name="connsiteX153" fmla="*/ 4283095 w 11269336"/>
              <a:gd name="connsiteY153" fmla="*/ 2198177 h 2323145"/>
              <a:gd name="connsiteX154" fmla="*/ 4250119 w 11269336"/>
              <a:gd name="connsiteY154" fmla="*/ 2196342 h 2323145"/>
              <a:gd name="connsiteX155" fmla="*/ 4189203 w 11269336"/>
              <a:gd name="connsiteY155" fmla="*/ 2178994 h 2323145"/>
              <a:gd name="connsiteX156" fmla="*/ 4154035 w 11269336"/>
              <a:gd name="connsiteY156" fmla="*/ 2171950 h 2323145"/>
              <a:gd name="connsiteX157" fmla="*/ 4129569 w 11269336"/>
              <a:gd name="connsiteY157" fmla="*/ 2163850 h 2323145"/>
              <a:gd name="connsiteX158" fmla="*/ 4061250 w 11269336"/>
              <a:gd name="connsiteY158" fmla="*/ 2159236 h 2323145"/>
              <a:gd name="connsiteX159" fmla="*/ 3945480 w 11269336"/>
              <a:gd name="connsiteY159" fmla="*/ 2158279 h 2323145"/>
              <a:gd name="connsiteX160" fmla="*/ 3921468 w 11269336"/>
              <a:gd name="connsiteY160" fmla="*/ 2156588 h 2323145"/>
              <a:gd name="connsiteX161" fmla="*/ 3903348 w 11269336"/>
              <a:gd name="connsiteY161" fmla="*/ 2149220 h 2323145"/>
              <a:gd name="connsiteX162" fmla="*/ 3901342 w 11269336"/>
              <a:gd name="connsiteY162" fmla="*/ 2142355 h 2323145"/>
              <a:gd name="connsiteX163" fmla="*/ 3888539 w 11269336"/>
              <a:gd name="connsiteY163" fmla="*/ 2140476 h 2323145"/>
              <a:gd name="connsiteX164" fmla="*/ 3885662 w 11269336"/>
              <a:gd name="connsiteY164" fmla="*/ 2138740 h 2323145"/>
              <a:gd name="connsiteX165" fmla="*/ 3868627 w 11269336"/>
              <a:gd name="connsiteY165" fmla="*/ 2130023 h 2323145"/>
              <a:gd name="connsiteX166" fmla="*/ 3819177 w 11269336"/>
              <a:gd name="connsiteY166" fmla="*/ 2142111 h 2323145"/>
              <a:gd name="connsiteX167" fmla="*/ 3769100 w 11269336"/>
              <a:gd name="connsiteY167" fmla="*/ 2131731 h 2323145"/>
              <a:gd name="connsiteX168" fmla="*/ 3562752 w 11269336"/>
              <a:gd name="connsiteY168" fmla="*/ 2131785 h 2323145"/>
              <a:gd name="connsiteX169" fmla="*/ 3541402 w 11269336"/>
              <a:gd name="connsiteY169" fmla="*/ 2106821 h 2323145"/>
              <a:gd name="connsiteX170" fmla="*/ 3365341 w 11269336"/>
              <a:gd name="connsiteY170" fmla="*/ 2077638 h 2323145"/>
              <a:gd name="connsiteX171" fmla="*/ 3170922 w 11269336"/>
              <a:gd name="connsiteY171" fmla="*/ 2115957 h 2323145"/>
              <a:gd name="connsiteX172" fmla="*/ 3156256 w 11269336"/>
              <a:gd name="connsiteY172" fmla="*/ 2124773 h 2323145"/>
              <a:gd name="connsiteX173" fmla="*/ 3140298 w 11269336"/>
              <a:gd name="connsiteY173" fmla="*/ 2129182 h 2323145"/>
              <a:gd name="connsiteX174" fmla="*/ 3138514 w 11269336"/>
              <a:gd name="connsiteY174" fmla="*/ 2128069 h 2323145"/>
              <a:gd name="connsiteX175" fmla="*/ 3120467 w 11269336"/>
              <a:gd name="connsiteY175" fmla="*/ 2128281 h 2323145"/>
              <a:gd name="connsiteX176" fmla="*/ 3116175 w 11269336"/>
              <a:gd name="connsiteY176" fmla="*/ 2131633 h 2323145"/>
              <a:gd name="connsiteX177" fmla="*/ 3103685 w 11269336"/>
              <a:gd name="connsiteY177" fmla="*/ 2132814 h 2323145"/>
              <a:gd name="connsiteX178" fmla="*/ 3078794 w 11269336"/>
              <a:gd name="connsiteY178" fmla="*/ 2137935 h 2323145"/>
              <a:gd name="connsiteX179" fmla="*/ 3074407 w 11269336"/>
              <a:gd name="connsiteY179" fmla="*/ 2136274 h 2323145"/>
              <a:gd name="connsiteX180" fmla="*/ 3037285 w 11269336"/>
              <a:gd name="connsiteY180" fmla="*/ 2139919 h 2323145"/>
              <a:gd name="connsiteX181" fmla="*/ 3036901 w 11269336"/>
              <a:gd name="connsiteY181" fmla="*/ 2138726 h 2323145"/>
              <a:gd name="connsiteX182" fmla="*/ 3026996 w 11269336"/>
              <a:gd name="connsiteY182" fmla="*/ 2134322 h 2323145"/>
              <a:gd name="connsiteX183" fmla="*/ 3007772 w 11269336"/>
              <a:gd name="connsiteY183" fmla="*/ 2128742 h 2323145"/>
              <a:gd name="connsiteX184" fmla="*/ 2965030 w 11269336"/>
              <a:gd name="connsiteY184" fmla="*/ 2100494 h 2323145"/>
              <a:gd name="connsiteX185" fmla="*/ 2926342 w 11269336"/>
              <a:gd name="connsiteY185" fmla="*/ 2104155 h 2323145"/>
              <a:gd name="connsiteX186" fmla="*/ 2918608 w 11269336"/>
              <a:gd name="connsiteY186" fmla="*/ 2104215 h 2323145"/>
              <a:gd name="connsiteX187" fmla="*/ 2918475 w 11269336"/>
              <a:gd name="connsiteY187" fmla="*/ 2103937 h 2323145"/>
              <a:gd name="connsiteX188" fmla="*/ 2910360 w 11269336"/>
              <a:gd name="connsiteY188" fmla="*/ 2103444 h 2323145"/>
              <a:gd name="connsiteX189" fmla="*/ 2904507 w 11269336"/>
              <a:gd name="connsiteY189" fmla="*/ 2104326 h 2323145"/>
              <a:gd name="connsiteX190" fmla="*/ 2889503 w 11269336"/>
              <a:gd name="connsiteY190" fmla="*/ 2104443 h 2323145"/>
              <a:gd name="connsiteX191" fmla="*/ 2884480 w 11269336"/>
              <a:gd name="connsiteY191" fmla="*/ 2102626 h 2323145"/>
              <a:gd name="connsiteX192" fmla="*/ 2882689 w 11269336"/>
              <a:gd name="connsiteY192" fmla="*/ 2099228 h 2323145"/>
              <a:gd name="connsiteX193" fmla="*/ 2881291 w 11269336"/>
              <a:gd name="connsiteY193" fmla="*/ 2099618 h 2323145"/>
              <a:gd name="connsiteX194" fmla="*/ 2853979 w 11269336"/>
              <a:gd name="connsiteY194" fmla="*/ 2090388 h 2323145"/>
              <a:gd name="connsiteX195" fmla="*/ 2791790 w 11269336"/>
              <a:gd name="connsiteY195" fmla="*/ 2080332 h 2323145"/>
              <a:gd name="connsiteX196" fmla="*/ 2755844 w 11269336"/>
              <a:gd name="connsiteY196" fmla="*/ 2078874 h 2323145"/>
              <a:gd name="connsiteX197" fmla="*/ 2657742 w 11269336"/>
              <a:gd name="connsiteY197" fmla="*/ 2070179 h 2323145"/>
              <a:gd name="connsiteX198" fmla="*/ 2559549 w 11269336"/>
              <a:gd name="connsiteY198" fmla="*/ 2057873 h 2323145"/>
              <a:gd name="connsiteX199" fmla="*/ 2512054 w 11269336"/>
              <a:gd name="connsiteY199" fmla="*/ 2031671 h 2323145"/>
              <a:gd name="connsiteX200" fmla="*/ 2506437 w 11269336"/>
              <a:gd name="connsiteY200" fmla="*/ 2030918 h 2323145"/>
              <a:gd name="connsiteX201" fmla="*/ 2491752 w 11269336"/>
              <a:gd name="connsiteY201" fmla="*/ 2033906 h 2323145"/>
              <a:gd name="connsiteX202" fmla="*/ 2486338 w 11269336"/>
              <a:gd name="connsiteY202" fmla="*/ 2035862 h 2323145"/>
              <a:gd name="connsiteX203" fmla="*/ 2478186 w 11269336"/>
              <a:gd name="connsiteY203" fmla="*/ 2036953 h 2323145"/>
              <a:gd name="connsiteX204" fmla="*/ 2477950 w 11269336"/>
              <a:gd name="connsiteY204" fmla="*/ 2036715 h 2323145"/>
              <a:gd name="connsiteX205" fmla="*/ 2470381 w 11269336"/>
              <a:gd name="connsiteY205" fmla="*/ 2038256 h 2323145"/>
              <a:gd name="connsiteX206" fmla="*/ 2433781 w 11269336"/>
              <a:gd name="connsiteY206" fmla="*/ 2049140 h 2323145"/>
              <a:gd name="connsiteX207" fmla="*/ 2381172 w 11269336"/>
              <a:gd name="connsiteY207" fmla="*/ 2030645 h 2323145"/>
              <a:gd name="connsiteX208" fmla="*/ 2360198 w 11269336"/>
              <a:gd name="connsiteY208" fmla="*/ 2029059 h 2323145"/>
              <a:gd name="connsiteX209" fmla="*/ 2348815 w 11269336"/>
              <a:gd name="connsiteY209" fmla="*/ 2026798 h 2323145"/>
              <a:gd name="connsiteX210" fmla="*/ 2347988 w 11269336"/>
              <a:gd name="connsiteY210" fmla="*/ 2025745 h 2323145"/>
              <a:gd name="connsiteX211" fmla="*/ 2312920 w 11269336"/>
              <a:gd name="connsiteY211" fmla="*/ 2036311 h 2323145"/>
              <a:gd name="connsiteX212" fmla="*/ 2307986 w 11269336"/>
              <a:gd name="connsiteY212" fmla="*/ 2035583 h 2323145"/>
              <a:gd name="connsiteX213" fmla="*/ 2285481 w 11269336"/>
              <a:gd name="connsiteY213" fmla="*/ 2045197 h 2323145"/>
              <a:gd name="connsiteX214" fmla="*/ 2273666 w 11269336"/>
              <a:gd name="connsiteY214" fmla="*/ 2048710 h 2323145"/>
              <a:gd name="connsiteX215" fmla="*/ 2270719 w 11269336"/>
              <a:gd name="connsiteY215" fmla="*/ 2052702 h 2323145"/>
              <a:gd name="connsiteX216" fmla="*/ 2253080 w 11269336"/>
              <a:gd name="connsiteY216" fmla="*/ 2056363 h 2323145"/>
              <a:gd name="connsiteX217" fmla="*/ 2250906 w 11269336"/>
              <a:gd name="connsiteY217" fmla="*/ 2055654 h 2323145"/>
              <a:gd name="connsiteX218" fmla="*/ 2236905 w 11269336"/>
              <a:gd name="connsiteY218" fmla="*/ 2062882 h 2323145"/>
              <a:gd name="connsiteX219" fmla="*/ 2225830 w 11269336"/>
              <a:gd name="connsiteY219" fmla="*/ 2074027 h 2323145"/>
              <a:gd name="connsiteX220" fmla="*/ 2073776 w 11269336"/>
              <a:gd name="connsiteY220" fmla="*/ 2089244 h 2323145"/>
              <a:gd name="connsiteX221" fmla="*/ 1948256 w 11269336"/>
              <a:gd name="connsiteY221" fmla="*/ 2146616 h 2323145"/>
              <a:gd name="connsiteX222" fmla="*/ 1865582 w 11269336"/>
              <a:gd name="connsiteY222" fmla="*/ 2153738 h 2323145"/>
              <a:gd name="connsiteX223" fmla="*/ 1835210 w 11269336"/>
              <a:gd name="connsiteY223" fmla="*/ 2134244 h 2323145"/>
              <a:gd name="connsiteX224" fmla="*/ 1632661 w 11269336"/>
              <a:gd name="connsiteY224" fmla="*/ 2173882 h 2323145"/>
              <a:gd name="connsiteX225" fmla="*/ 1579590 w 11269336"/>
              <a:gd name="connsiteY225" fmla="*/ 2173680 h 2323145"/>
              <a:gd name="connsiteX226" fmla="*/ 1535601 w 11269336"/>
              <a:gd name="connsiteY226" fmla="*/ 2194590 h 2323145"/>
              <a:gd name="connsiteX227" fmla="*/ 1515594 w 11269336"/>
              <a:gd name="connsiteY227" fmla="*/ 2189622 h 2323145"/>
              <a:gd name="connsiteX228" fmla="*/ 1512113 w 11269336"/>
              <a:gd name="connsiteY228" fmla="*/ 2188534 h 2323145"/>
              <a:gd name="connsiteX229" fmla="*/ 1498838 w 11269336"/>
              <a:gd name="connsiteY229" fmla="*/ 2189213 h 2323145"/>
              <a:gd name="connsiteX230" fmla="*/ 1494279 w 11269336"/>
              <a:gd name="connsiteY230" fmla="*/ 2183112 h 2323145"/>
              <a:gd name="connsiteX231" fmla="*/ 1473714 w 11269336"/>
              <a:gd name="connsiteY231" fmla="*/ 2179625 h 2323145"/>
              <a:gd name="connsiteX232" fmla="*/ 1449503 w 11269336"/>
              <a:gd name="connsiteY232" fmla="*/ 2182633 h 2323145"/>
              <a:gd name="connsiteX233" fmla="*/ 1266687 w 11269336"/>
              <a:gd name="connsiteY233" fmla="*/ 2212688 h 2323145"/>
              <a:gd name="connsiteX234" fmla="*/ 1239614 w 11269336"/>
              <a:gd name="connsiteY234" fmla="*/ 2209727 h 2323145"/>
              <a:gd name="connsiteX235" fmla="*/ 1202436 w 11269336"/>
              <a:gd name="connsiteY235" fmla="*/ 2209817 h 2323145"/>
              <a:gd name="connsiteX236" fmla="*/ 1136097 w 11269336"/>
              <a:gd name="connsiteY236" fmla="*/ 2205112 h 2323145"/>
              <a:gd name="connsiteX237" fmla="*/ 988232 w 11269336"/>
              <a:gd name="connsiteY237" fmla="*/ 2235635 h 2323145"/>
              <a:gd name="connsiteX238" fmla="*/ 981959 w 11269336"/>
              <a:gd name="connsiteY238" fmla="*/ 2231607 h 2323145"/>
              <a:gd name="connsiteX239" fmla="*/ 938600 w 11269336"/>
              <a:gd name="connsiteY239" fmla="*/ 2238113 h 2323145"/>
              <a:gd name="connsiteX240" fmla="*/ 791788 w 11269336"/>
              <a:gd name="connsiteY240" fmla="*/ 2293224 h 2323145"/>
              <a:gd name="connsiteX241" fmla="*/ 706914 w 11269336"/>
              <a:gd name="connsiteY241" fmla="*/ 2305046 h 2323145"/>
              <a:gd name="connsiteX242" fmla="*/ 675971 w 11269336"/>
              <a:gd name="connsiteY242" fmla="*/ 2304030 h 2323145"/>
              <a:gd name="connsiteX243" fmla="*/ 624180 w 11269336"/>
              <a:gd name="connsiteY243" fmla="*/ 2302650 h 2323145"/>
              <a:gd name="connsiteX244" fmla="*/ 583453 w 11269336"/>
              <a:gd name="connsiteY244" fmla="*/ 2288788 h 2323145"/>
              <a:gd name="connsiteX245" fmla="*/ 540946 w 11269336"/>
              <a:gd name="connsiteY245" fmla="*/ 2292721 h 2323145"/>
              <a:gd name="connsiteX246" fmla="*/ 533680 w 11269336"/>
              <a:gd name="connsiteY246" fmla="*/ 2310233 h 2323145"/>
              <a:gd name="connsiteX247" fmla="*/ 487366 w 11269336"/>
              <a:gd name="connsiteY247" fmla="*/ 2309053 h 2323145"/>
              <a:gd name="connsiteX248" fmla="*/ 416820 w 11269336"/>
              <a:gd name="connsiteY248" fmla="*/ 2305443 h 2323145"/>
              <a:gd name="connsiteX249" fmla="*/ 376805 w 11269336"/>
              <a:gd name="connsiteY249" fmla="*/ 2307647 h 2323145"/>
              <a:gd name="connsiteX250" fmla="*/ 266777 w 11269336"/>
              <a:gd name="connsiteY250" fmla="*/ 2309012 h 2323145"/>
              <a:gd name="connsiteX251" fmla="*/ 156013 w 11269336"/>
              <a:gd name="connsiteY251" fmla="*/ 2306832 h 2323145"/>
              <a:gd name="connsiteX252" fmla="*/ 87258 w 11269336"/>
              <a:gd name="connsiteY252" fmla="*/ 2285511 h 2323145"/>
              <a:gd name="connsiteX253" fmla="*/ 23798 w 11269336"/>
              <a:gd name="connsiteY253" fmla="*/ 2281822 h 2323145"/>
              <a:gd name="connsiteX254" fmla="*/ 0 w 11269336"/>
              <a:gd name="connsiteY254" fmla="*/ 2285369 h 2323145"/>
              <a:gd name="connsiteX255" fmla="*/ 0 w 11269336"/>
              <a:gd name="connsiteY25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05765 w 11269336"/>
              <a:gd name="connsiteY144" fmla="*/ 2199902 h 2323145"/>
              <a:gd name="connsiteX145" fmla="*/ 4401354 w 11269336"/>
              <a:gd name="connsiteY145" fmla="*/ 2194745 h 2323145"/>
              <a:gd name="connsiteX146" fmla="*/ 4366646 w 11269336"/>
              <a:gd name="connsiteY146" fmla="*/ 2198564 h 2323145"/>
              <a:gd name="connsiteX147" fmla="*/ 4354009 w 11269336"/>
              <a:gd name="connsiteY147" fmla="*/ 2204984 h 2323145"/>
              <a:gd name="connsiteX148" fmla="*/ 4348284 w 11269336"/>
              <a:gd name="connsiteY148" fmla="*/ 2205270 h 2323145"/>
              <a:gd name="connsiteX149" fmla="*/ 4333906 w 11269336"/>
              <a:gd name="connsiteY149" fmla="*/ 2205251 h 2323145"/>
              <a:gd name="connsiteX150" fmla="*/ 4308819 w 11269336"/>
              <a:gd name="connsiteY150" fmla="*/ 2203822 h 2323145"/>
              <a:gd name="connsiteX151" fmla="*/ 4301210 w 11269336"/>
              <a:gd name="connsiteY151" fmla="*/ 2204456 h 2323145"/>
              <a:gd name="connsiteX152" fmla="*/ 4283095 w 11269336"/>
              <a:gd name="connsiteY152" fmla="*/ 2198177 h 2323145"/>
              <a:gd name="connsiteX153" fmla="*/ 4250119 w 11269336"/>
              <a:gd name="connsiteY153" fmla="*/ 2196342 h 2323145"/>
              <a:gd name="connsiteX154" fmla="*/ 4189203 w 11269336"/>
              <a:gd name="connsiteY154" fmla="*/ 2178994 h 2323145"/>
              <a:gd name="connsiteX155" fmla="*/ 4154035 w 11269336"/>
              <a:gd name="connsiteY155" fmla="*/ 2171950 h 2323145"/>
              <a:gd name="connsiteX156" fmla="*/ 4129569 w 11269336"/>
              <a:gd name="connsiteY156" fmla="*/ 2163850 h 2323145"/>
              <a:gd name="connsiteX157" fmla="*/ 4061250 w 11269336"/>
              <a:gd name="connsiteY157" fmla="*/ 2159236 h 2323145"/>
              <a:gd name="connsiteX158" fmla="*/ 3945480 w 11269336"/>
              <a:gd name="connsiteY158" fmla="*/ 2158279 h 2323145"/>
              <a:gd name="connsiteX159" fmla="*/ 3921468 w 11269336"/>
              <a:gd name="connsiteY159" fmla="*/ 2156588 h 2323145"/>
              <a:gd name="connsiteX160" fmla="*/ 3903348 w 11269336"/>
              <a:gd name="connsiteY160" fmla="*/ 2149220 h 2323145"/>
              <a:gd name="connsiteX161" fmla="*/ 3901342 w 11269336"/>
              <a:gd name="connsiteY161" fmla="*/ 2142355 h 2323145"/>
              <a:gd name="connsiteX162" fmla="*/ 3888539 w 11269336"/>
              <a:gd name="connsiteY162" fmla="*/ 2140476 h 2323145"/>
              <a:gd name="connsiteX163" fmla="*/ 3885662 w 11269336"/>
              <a:gd name="connsiteY163" fmla="*/ 2138740 h 2323145"/>
              <a:gd name="connsiteX164" fmla="*/ 3868627 w 11269336"/>
              <a:gd name="connsiteY164" fmla="*/ 2130023 h 2323145"/>
              <a:gd name="connsiteX165" fmla="*/ 3819177 w 11269336"/>
              <a:gd name="connsiteY165" fmla="*/ 2142111 h 2323145"/>
              <a:gd name="connsiteX166" fmla="*/ 3769100 w 11269336"/>
              <a:gd name="connsiteY166" fmla="*/ 2131731 h 2323145"/>
              <a:gd name="connsiteX167" fmla="*/ 3562752 w 11269336"/>
              <a:gd name="connsiteY167" fmla="*/ 2131785 h 2323145"/>
              <a:gd name="connsiteX168" fmla="*/ 3541402 w 11269336"/>
              <a:gd name="connsiteY168" fmla="*/ 2106821 h 2323145"/>
              <a:gd name="connsiteX169" fmla="*/ 3365341 w 11269336"/>
              <a:gd name="connsiteY169" fmla="*/ 2077638 h 2323145"/>
              <a:gd name="connsiteX170" fmla="*/ 3170922 w 11269336"/>
              <a:gd name="connsiteY170" fmla="*/ 2115957 h 2323145"/>
              <a:gd name="connsiteX171" fmla="*/ 3156256 w 11269336"/>
              <a:gd name="connsiteY171" fmla="*/ 2124773 h 2323145"/>
              <a:gd name="connsiteX172" fmla="*/ 3140298 w 11269336"/>
              <a:gd name="connsiteY172" fmla="*/ 2129182 h 2323145"/>
              <a:gd name="connsiteX173" fmla="*/ 3138514 w 11269336"/>
              <a:gd name="connsiteY173" fmla="*/ 2128069 h 2323145"/>
              <a:gd name="connsiteX174" fmla="*/ 3120467 w 11269336"/>
              <a:gd name="connsiteY174" fmla="*/ 2128281 h 2323145"/>
              <a:gd name="connsiteX175" fmla="*/ 3116175 w 11269336"/>
              <a:gd name="connsiteY175" fmla="*/ 2131633 h 2323145"/>
              <a:gd name="connsiteX176" fmla="*/ 3103685 w 11269336"/>
              <a:gd name="connsiteY176" fmla="*/ 2132814 h 2323145"/>
              <a:gd name="connsiteX177" fmla="*/ 3078794 w 11269336"/>
              <a:gd name="connsiteY177" fmla="*/ 2137935 h 2323145"/>
              <a:gd name="connsiteX178" fmla="*/ 3074407 w 11269336"/>
              <a:gd name="connsiteY178" fmla="*/ 2136274 h 2323145"/>
              <a:gd name="connsiteX179" fmla="*/ 3037285 w 11269336"/>
              <a:gd name="connsiteY179" fmla="*/ 2139919 h 2323145"/>
              <a:gd name="connsiteX180" fmla="*/ 3036901 w 11269336"/>
              <a:gd name="connsiteY180" fmla="*/ 2138726 h 2323145"/>
              <a:gd name="connsiteX181" fmla="*/ 3026996 w 11269336"/>
              <a:gd name="connsiteY181" fmla="*/ 2134322 h 2323145"/>
              <a:gd name="connsiteX182" fmla="*/ 3007772 w 11269336"/>
              <a:gd name="connsiteY182" fmla="*/ 2128742 h 2323145"/>
              <a:gd name="connsiteX183" fmla="*/ 2965030 w 11269336"/>
              <a:gd name="connsiteY183" fmla="*/ 2100494 h 2323145"/>
              <a:gd name="connsiteX184" fmla="*/ 2926342 w 11269336"/>
              <a:gd name="connsiteY184" fmla="*/ 2104155 h 2323145"/>
              <a:gd name="connsiteX185" fmla="*/ 2918608 w 11269336"/>
              <a:gd name="connsiteY185" fmla="*/ 2104215 h 2323145"/>
              <a:gd name="connsiteX186" fmla="*/ 2918475 w 11269336"/>
              <a:gd name="connsiteY186" fmla="*/ 2103937 h 2323145"/>
              <a:gd name="connsiteX187" fmla="*/ 2910360 w 11269336"/>
              <a:gd name="connsiteY187" fmla="*/ 2103444 h 2323145"/>
              <a:gd name="connsiteX188" fmla="*/ 2904507 w 11269336"/>
              <a:gd name="connsiteY188" fmla="*/ 2104326 h 2323145"/>
              <a:gd name="connsiteX189" fmla="*/ 2889503 w 11269336"/>
              <a:gd name="connsiteY189" fmla="*/ 2104443 h 2323145"/>
              <a:gd name="connsiteX190" fmla="*/ 2884480 w 11269336"/>
              <a:gd name="connsiteY190" fmla="*/ 2102626 h 2323145"/>
              <a:gd name="connsiteX191" fmla="*/ 2882689 w 11269336"/>
              <a:gd name="connsiteY191" fmla="*/ 2099228 h 2323145"/>
              <a:gd name="connsiteX192" fmla="*/ 2881291 w 11269336"/>
              <a:gd name="connsiteY192" fmla="*/ 2099618 h 2323145"/>
              <a:gd name="connsiteX193" fmla="*/ 2853979 w 11269336"/>
              <a:gd name="connsiteY193" fmla="*/ 2090388 h 2323145"/>
              <a:gd name="connsiteX194" fmla="*/ 2791790 w 11269336"/>
              <a:gd name="connsiteY194" fmla="*/ 2080332 h 2323145"/>
              <a:gd name="connsiteX195" fmla="*/ 2755844 w 11269336"/>
              <a:gd name="connsiteY195" fmla="*/ 2078874 h 2323145"/>
              <a:gd name="connsiteX196" fmla="*/ 2657742 w 11269336"/>
              <a:gd name="connsiteY196" fmla="*/ 2070179 h 2323145"/>
              <a:gd name="connsiteX197" fmla="*/ 2559549 w 11269336"/>
              <a:gd name="connsiteY197" fmla="*/ 2057873 h 2323145"/>
              <a:gd name="connsiteX198" fmla="*/ 2512054 w 11269336"/>
              <a:gd name="connsiteY198" fmla="*/ 2031671 h 2323145"/>
              <a:gd name="connsiteX199" fmla="*/ 2506437 w 11269336"/>
              <a:gd name="connsiteY199" fmla="*/ 2030918 h 2323145"/>
              <a:gd name="connsiteX200" fmla="*/ 2491752 w 11269336"/>
              <a:gd name="connsiteY200" fmla="*/ 2033906 h 2323145"/>
              <a:gd name="connsiteX201" fmla="*/ 2486338 w 11269336"/>
              <a:gd name="connsiteY201" fmla="*/ 2035862 h 2323145"/>
              <a:gd name="connsiteX202" fmla="*/ 2478186 w 11269336"/>
              <a:gd name="connsiteY202" fmla="*/ 2036953 h 2323145"/>
              <a:gd name="connsiteX203" fmla="*/ 2477950 w 11269336"/>
              <a:gd name="connsiteY203" fmla="*/ 2036715 h 2323145"/>
              <a:gd name="connsiteX204" fmla="*/ 2470381 w 11269336"/>
              <a:gd name="connsiteY204" fmla="*/ 2038256 h 2323145"/>
              <a:gd name="connsiteX205" fmla="*/ 2433781 w 11269336"/>
              <a:gd name="connsiteY205" fmla="*/ 2049140 h 2323145"/>
              <a:gd name="connsiteX206" fmla="*/ 2381172 w 11269336"/>
              <a:gd name="connsiteY206" fmla="*/ 2030645 h 2323145"/>
              <a:gd name="connsiteX207" fmla="*/ 2360198 w 11269336"/>
              <a:gd name="connsiteY207" fmla="*/ 2029059 h 2323145"/>
              <a:gd name="connsiteX208" fmla="*/ 2348815 w 11269336"/>
              <a:gd name="connsiteY208" fmla="*/ 2026798 h 2323145"/>
              <a:gd name="connsiteX209" fmla="*/ 2347988 w 11269336"/>
              <a:gd name="connsiteY209" fmla="*/ 2025745 h 2323145"/>
              <a:gd name="connsiteX210" fmla="*/ 2312920 w 11269336"/>
              <a:gd name="connsiteY210" fmla="*/ 2036311 h 2323145"/>
              <a:gd name="connsiteX211" fmla="*/ 2307986 w 11269336"/>
              <a:gd name="connsiteY211" fmla="*/ 2035583 h 2323145"/>
              <a:gd name="connsiteX212" fmla="*/ 2285481 w 11269336"/>
              <a:gd name="connsiteY212" fmla="*/ 2045197 h 2323145"/>
              <a:gd name="connsiteX213" fmla="*/ 2273666 w 11269336"/>
              <a:gd name="connsiteY213" fmla="*/ 2048710 h 2323145"/>
              <a:gd name="connsiteX214" fmla="*/ 2270719 w 11269336"/>
              <a:gd name="connsiteY214" fmla="*/ 2052702 h 2323145"/>
              <a:gd name="connsiteX215" fmla="*/ 2253080 w 11269336"/>
              <a:gd name="connsiteY215" fmla="*/ 2056363 h 2323145"/>
              <a:gd name="connsiteX216" fmla="*/ 2250906 w 11269336"/>
              <a:gd name="connsiteY216" fmla="*/ 2055654 h 2323145"/>
              <a:gd name="connsiteX217" fmla="*/ 2236905 w 11269336"/>
              <a:gd name="connsiteY217" fmla="*/ 2062882 h 2323145"/>
              <a:gd name="connsiteX218" fmla="*/ 2225830 w 11269336"/>
              <a:gd name="connsiteY218" fmla="*/ 2074027 h 2323145"/>
              <a:gd name="connsiteX219" fmla="*/ 2073776 w 11269336"/>
              <a:gd name="connsiteY219" fmla="*/ 2089244 h 2323145"/>
              <a:gd name="connsiteX220" fmla="*/ 1948256 w 11269336"/>
              <a:gd name="connsiteY220" fmla="*/ 2146616 h 2323145"/>
              <a:gd name="connsiteX221" fmla="*/ 1865582 w 11269336"/>
              <a:gd name="connsiteY221" fmla="*/ 2153738 h 2323145"/>
              <a:gd name="connsiteX222" fmla="*/ 1835210 w 11269336"/>
              <a:gd name="connsiteY222" fmla="*/ 2134244 h 2323145"/>
              <a:gd name="connsiteX223" fmla="*/ 1632661 w 11269336"/>
              <a:gd name="connsiteY223" fmla="*/ 2173882 h 2323145"/>
              <a:gd name="connsiteX224" fmla="*/ 1579590 w 11269336"/>
              <a:gd name="connsiteY224" fmla="*/ 2173680 h 2323145"/>
              <a:gd name="connsiteX225" fmla="*/ 1535601 w 11269336"/>
              <a:gd name="connsiteY225" fmla="*/ 2194590 h 2323145"/>
              <a:gd name="connsiteX226" fmla="*/ 1515594 w 11269336"/>
              <a:gd name="connsiteY226" fmla="*/ 2189622 h 2323145"/>
              <a:gd name="connsiteX227" fmla="*/ 1512113 w 11269336"/>
              <a:gd name="connsiteY227" fmla="*/ 2188534 h 2323145"/>
              <a:gd name="connsiteX228" fmla="*/ 1498838 w 11269336"/>
              <a:gd name="connsiteY228" fmla="*/ 2189213 h 2323145"/>
              <a:gd name="connsiteX229" fmla="*/ 1494279 w 11269336"/>
              <a:gd name="connsiteY229" fmla="*/ 2183112 h 2323145"/>
              <a:gd name="connsiteX230" fmla="*/ 1473714 w 11269336"/>
              <a:gd name="connsiteY230" fmla="*/ 2179625 h 2323145"/>
              <a:gd name="connsiteX231" fmla="*/ 1449503 w 11269336"/>
              <a:gd name="connsiteY231" fmla="*/ 2182633 h 2323145"/>
              <a:gd name="connsiteX232" fmla="*/ 1266687 w 11269336"/>
              <a:gd name="connsiteY232" fmla="*/ 2212688 h 2323145"/>
              <a:gd name="connsiteX233" fmla="*/ 1239614 w 11269336"/>
              <a:gd name="connsiteY233" fmla="*/ 2209727 h 2323145"/>
              <a:gd name="connsiteX234" fmla="*/ 1202436 w 11269336"/>
              <a:gd name="connsiteY234" fmla="*/ 2209817 h 2323145"/>
              <a:gd name="connsiteX235" fmla="*/ 1136097 w 11269336"/>
              <a:gd name="connsiteY235" fmla="*/ 2205112 h 2323145"/>
              <a:gd name="connsiteX236" fmla="*/ 988232 w 11269336"/>
              <a:gd name="connsiteY236" fmla="*/ 2235635 h 2323145"/>
              <a:gd name="connsiteX237" fmla="*/ 981959 w 11269336"/>
              <a:gd name="connsiteY237" fmla="*/ 2231607 h 2323145"/>
              <a:gd name="connsiteX238" fmla="*/ 938600 w 11269336"/>
              <a:gd name="connsiteY238" fmla="*/ 2238113 h 2323145"/>
              <a:gd name="connsiteX239" fmla="*/ 791788 w 11269336"/>
              <a:gd name="connsiteY239" fmla="*/ 2293224 h 2323145"/>
              <a:gd name="connsiteX240" fmla="*/ 706914 w 11269336"/>
              <a:gd name="connsiteY240" fmla="*/ 2305046 h 2323145"/>
              <a:gd name="connsiteX241" fmla="*/ 675971 w 11269336"/>
              <a:gd name="connsiteY241" fmla="*/ 2304030 h 2323145"/>
              <a:gd name="connsiteX242" fmla="*/ 624180 w 11269336"/>
              <a:gd name="connsiteY242" fmla="*/ 2302650 h 2323145"/>
              <a:gd name="connsiteX243" fmla="*/ 583453 w 11269336"/>
              <a:gd name="connsiteY243" fmla="*/ 2288788 h 2323145"/>
              <a:gd name="connsiteX244" fmla="*/ 540946 w 11269336"/>
              <a:gd name="connsiteY244" fmla="*/ 2292721 h 2323145"/>
              <a:gd name="connsiteX245" fmla="*/ 533680 w 11269336"/>
              <a:gd name="connsiteY245" fmla="*/ 2310233 h 2323145"/>
              <a:gd name="connsiteX246" fmla="*/ 487366 w 11269336"/>
              <a:gd name="connsiteY246" fmla="*/ 2309053 h 2323145"/>
              <a:gd name="connsiteX247" fmla="*/ 416820 w 11269336"/>
              <a:gd name="connsiteY247" fmla="*/ 2305443 h 2323145"/>
              <a:gd name="connsiteX248" fmla="*/ 376805 w 11269336"/>
              <a:gd name="connsiteY248" fmla="*/ 2307647 h 2323145"/>
              <a:gd name="connsiteX249" fmla="*/ 266777 w 11269336"/>
              <a:gd name="connsiteY249" fmla="*/ 2309012 h 2323145"/>
              <a:gd name="connsiteX250" fmla="*/ 156013 w 11269336"/>
              <a:gd name="connsiteY250" fmla="*/ 2306832 h 2323145"/>
              <a:gd name="connsiteX251" fmla="*/ 87258 w 11269336"/>
              <a:gd name="connsiteY251" fmla="*/ 2285511 h 2323145"/>
              <a:gd name="connsiteX252" fmla="*/ 23798 w 11269336"/>
              <a:gd name="connsiteY252" fmla="*/ 2281822 h 2323145"/>
              <a:gd name="connsiteX253" fmla="*/ 0 w 11269336"/>
              <a:gd name="connsiteY253" fmla="*/ 2285369 h 2323145"/>
              <a:gd name="connsiteX254" fmla="*/ 0 w 11269336"/>
              <a:gd name="connsiteY25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67257 w 11269336"/>
              <a:gd name="connsiteY142" fmla="*/ 2196121 h 2323145"/>
              <a:gd name="connsiteX143" fmla="*/ 4405765 w 11269336"/>
              <a:gd name="connsiteY143" fmla="*/ 2199902 h 2323145"/>
              <a:gd name="connsiteX144" fmla="*/ 4401354 w 11269336"/>
              <a:gd name="connsiteY144" fmla="*/ 2194745 h 2323145"/>
              <a:gd name="connsiteX145" fmla="*/ 4366646 w 11269336"/>
              <a:gd name="connsiteY145" fmla="*/ 2198564 h 2323145"/>
              <a:gd name="connsiteX146" fmla="*/ 4354009 w 11269336"/>
              <a:gd name="connsiteY146" fmla="*/ 2204984 h 2323145"/>
              <a:gd name="connsiteX147" fmla="*/ 4348284 w 11269336"/>
              <a:gd name="connsiteY147" fmla="*/ 2205270 h 2323145"/>
              <a:gd name="connsiteX148" fmla="*/ 4333906 w 11269336"/>
              <a:gd name="connsiteY148" fmla="*/ 2205251 h 2323145"/>
              <a:gd name="connsiteX149" fmla="*/ 4308819 w 11269336"/>
              <a:gd name="connsiteY149" fmla="*/ 2203822 h 2323145"/>
              <a:gd name="connsiteX150" fmla="*/ 4301210 w 11269336"/>
              <a:gd name="connsiteY150" fmla="*/ 2204456 h 2323145"/>
              <a:gd name="connsiteX151" fmla="*/ 4283095 w 11269336"/>
              <a:gd name="connsiteY151" fmla="*/ 2198177 h 2323145"/>
              <a:gd name="connsiteX152" fmla="*/ 4250119 w 11269336"/>
              <a:gd name="connsiteY152" fmla="*/ 2196342 h 2323145"/>
              <a:gd name="connsiteX153" fmla="*/ 4189203 w 11269336"/>
              <a:gd name="connsiteY153" fmla="*/ 2178994 h 2323145"/>
              <a:gd name="connsiteX154" fmla="*/ 4154035 w 11269336"/>
              <a:gd name="connsiteY154" fmla="*/ 2171950 h 2323145"/>
              <a:gd name="connsiteX155" fmla="*/ 4129569 w 11269336"/>
              <a:gd name="connsiteY155" fmla="*/ 2163850 h 2323145"/>
              <a:gd name="connsiteX156" fmla="*/ 4061250 w 11269336"/>
              <a:gd name="connsiteY156" fmla="*/ 2159236 h 2323145"/>
              <a:gd name="connsiteX157" fmla="*/ 3945480 w 11269336"/>
              <a:gd name="connsiteY157" fmla="*/ 2158279 h 2323145"/>
              <a:gd name="connsiteX158" fmla="*/ 3921468 w 11269336"/>
              <a:gd name="connsiteY158" fmla="*/ 2156588 h 2323145"/>
              <a:gd name="connsiteX159" fmla="*/ 3903348 w 11269336"/>
              <a:gd name="connsiteY159" fmla="*/ 2149220 h 2323145"/>
              <a:gd name="connsiteX160" fmla="*/ 3901342 w 11269336"/>
              <a:gd name="connsiteY160" fmla="*/ 2142355 h 2323145"/>
              <a:gd name="connsiteX161" fmla="*/ 3888539 w 11269336"/>
              <a:gd name="connsiteY161" fmla="*/ 2140476 h 2323145"/>
              <a:gd name="connsiteX162" fmla="*/ 3885662 w 11269336"/>
              <a:gd name="connsiteY162" fmla="*/ 2138740 h 2323145"/>
              <a:gd name="connsiteX163" fmla="*/ 3868627 w 11269336"/>
              <a:gd name="connsiteY163" fmla="*/ 2130023 h 2323145"/>
              <a:gd name="connsiteX164" fmla="*/ 3819177 w 11269336"/>
              <a:gd name="connsiteY164" fmla="*/ 2142111 h 2323145"/>
              <a:gd name="connsiteX165" fmla="*/ 3769100 w 11269336"/>
              <a:gd name="connsiteY165" fmla="*/ 2131731 h 2323145"/>
              <a:gd name="connsiteX166" fmla="*/ 3562752 w 11269336"/>
              <a:gd name="connsiteY166" fmla="*/ 2131785 h 2323145"/>
              <a:gd name="connsiteX167" fmla="*/ 3541402 w 11269336"/>
              <a:gd name="connsiteY167" fmla="*/ 2106821 h 2323145"/>
              <a:gd name="connsiteX168" fmla="*/ 3365341 w 11269336"/>
              <a:gd name="connsiteY168" fmla="*/ 2077638 h 2323145"/>
              <a:gd name="connsiteX169" fmla="*/ 3170922 w 11269336"/>
              <a:gd name="connsiteY169" fmla="*/ 2115957 h 2323145"/>
              <a:gd name="connsiteX170" fmla="*/ 3156256 w 11269336"/>
              <a:gd name="connsiteY170" fmla="*/ 2124773 h 2323145"/>
              <a:gd name="connsiteX171" fmla="*/ 3140298 w 11269336"/>
              <a:gd name="connsiteY171" fmla="*/ 2129182 h 2323145"/>
              <a:gd name="connsiteX172" fmla="*/ 3138514 w 11269336"/>
              <a:gd name="connsiteY172" fmla="*/ 2128069 h 2323145"/>
              <a:gd name="connsiteX173" fmla="*/ 3120467 w 11269336"/>
              <a:gd name="connsiteY173" fmla="*/ 2128281 h 2323145"/>
              <a:gd name="connsiteX174" fmla="*/ 3116175 w 11269336"/>
              <a:gd name="connsiteY174" fmla="*/ 2131633 h 2323145"/>
              <a:gd name="connsiteX175" fmla="*/ 3103685 w 11269336"/>
              <a:gd name="connsiteY175" fmla="*/ 2132814 h 2323145"/>
              <a:gd name="connsiteX176" fmla="*/ 3078794 w 11269336"/>
              <a:gd name="connsiteY176" fmla="*/ 2137935 h 2323145"/>
              <a:gd name="connsiteX177" fmla="*/ 3074407 w 11269336"/>
              <a:gd name="connsiteY177" fmla="*/ 2136274 h 2323145"/>
              <a:gd name="connsiteX178" fmla="*/ 3037285 w 11269336"/>
              <a:gd name="connsiteY178" fmla="*/ 2139919 h 2323145"/>
              <a:gd name="connsiteX179" fmla="*/ 3036901 w 11269336"/>
              <a:gd name="connsiteY179" fmla="*/ 2138726 h 2323145"/>
              <a:gd name="connsiteX180" fmla="*/ 3026996 w 11269336"/>
              <a:gd name="connsiteY180" fmla="*/ 2134322 h 2323145"/>
              <a:gd name="connsiteX181" fmla="*/ 3007772 w 11269336"/>
              <a:gd name="connsiteY181" fmla="*/ 2128742 h 2323145"/>
              <a:gd name="connsiteX182" fmla="*/ 2965030 w 11269336"/>
              <a:gd name="connsiteY182" fmla="*/ 2100494 h 2323145"/>
              <a:gd name="connsiteX183" fmla="*/ 2926342 w 11269336"/>
              <a:gd name="connsiteY183" fmla="*/ 2104155 h 2323145"/>
              <a:gd name="connsiteX184" fmla="*/ 2918608 w 11269336"/>
              <a:gd name="connsiteY184" fmla="*/ 2104215 h 2323145"/>
              <a:gd name="connsiteX185" fmla="*/ 2918475 w 11269336"/>
              <a:gd name="connsiteY185" fmla="*/ 2103937 h 2323145"/>
              <a:gd name="connsiteX186" fmla="*/ 2910360 w 11269336"/>
              <a:gd name="connsiteY186" fmla="*/ 2103444 h 2323145"/>
              <a:gd name="connsiteX187" fmla="*/ 2904507 w 11269336"/>
              <a:gd name="connsiteY187" fmla="*/ 2104326 h 2323145"/>
              <a:gd name="connsiteX188" fmla="*/ 2889503 w 11269336"/>
              <a:gd name="connsiteY188" fmla="*/ 2104443 h 2323145"/>
              <a:gd name="connsiteX189" fmla="*/ 2884480 w 11269336"/>
              <a:gd name="connsiteY189" fmla="*/ 2102626 h 2323145"/>
              <a:gd name="connsiteX190" fmla="*/ 2882689 w 11269336"/>
              <a:gd name="connsiteY190" fmla="*/ 2099228 h 2323145"/>
              <a:gd name="connsiteX191" fmla="*/ 2881291 w 11269336"/>
              <a:gd name="connsiteY191" fmla="*/ 2099618 h 2323145"/>
              <a:gd name="connsiteX192" fmla="*/ 2853979 w 11269336"/>
              <a:gd name="connsiteY192" fmla="*/ 2090388 h 2323145"/>
              <a:gd name="connsiteX193" fmla="*/ 2791790 w 11269336"/>
              <a:gd name="connsiteY193" fmla="*/ 2080332 h 2323145"/>
              <a:gd name="connsiteX194" fmla="*/ 2755844 w 11269336"/>
              <a:gd name="connsiteY194" fmla="*/ 2078874 h 2323145"/>
              <a:gd name="connsiteX195" fmla="*/ 2657742 w 11269336"/>
              <a:gd name="connsiteY195" fmla="*/ 2070179 h 2323145"/>
              <a:gd name="connsiteX196" fmla="*/ 2559549 w 11269336"/>
              <a:gd name="connsiteY196" fmla="*/ 2057873 h 2323145"/>
              <a:gd name="connsiteX197" fmla="*/ 2512054 w 11269336"/>
              <a:gd name="connsiteY197" fmla="*/ 2031671 h 2323145"/>
              <a:gd name="connsiteX198" fmla="*/ 2506437 w 11269336"/>
              <a:gd name="connsiteY198" fmla="*/ 2030918 h 2323145"/>
              <a:gd name="connsiteX199" fmla="*/ 2491752 w 11269336"/>
              <a:gd name="connsiteY199" fmla="*/ 2033906 h 2323145"/>
              <a:gd name="connsiteX200" fmla="*/ 2486338 w 11269336"/>
              <a:gd name="connsiteY200" fmla="*/ 2035862 h 2323145"/>
              <a:gd name="connsiteX201" fmla="*/ 2478186 w 11269336"/>
              <a:gd name="connsiteY201" fmla="*/ 2036953 h 2323145"/>
              <a:gd name="connsiteX202" fmla="*/ 2477950 w 11269336"/>
              <a:gd name="connsiteY202" fmla="*/ 2036715 h 2323145"/>
              <a:gd name="connsiteX203" fmla="*/ 2470381 w 11269336"/>
              <a:gd name="connsiteY203" fmla="*/ 2038256 h 2323145"/>
              <a:gd name="connsiteX204" fmla="*/ 2433781 w 11269336"/>
              <a:gd name="connsiteY204" fmla="*/ 2049140 h 2323145"/>
              <a:gd name="connsiteX205" fmla="*/ 2381172 w 11269336"/>
              <a:gd name="connsiteY205" fmla="*/ 2030645 h 2323145"/>
              <a:gd name="connsiteX206" fmla="*/ 2360198 w 11269336"/>
              <a:gd name="connsiteY206" fmla="*/ 2029059 h 2323145"/>
              <a:gd name="connsiteX207" fmla="*/ 2348815 w 11269336"/>
              <a:gd name="connsiteY207" fmla="*/ 2026798 h 2323145"/>
              <a:gd name="connsiteX208" fmla="*/ 2347988 w 11269336"/>
              <a:gd name="connsiteY208" fmla="*/ 2025745 h 2323145"/>
              <a:gd name="connsiteX209" fmla="*/ 2312920 w 11269336"/>
              <a:gd name="connsiteY209" fmla="*/ 2036311 h 2323145"/>
              <a:gd name="connsiteX210" fmla="*/ 2307986 w 11269336"/>
              <a:gd name="connsiteY210" fmla="*/ 2035583 h 2323145"/>
              <a:gd name="connsiteX211" fmla="*/ 2285481 w 11269336"/>
              <a:gd name="connsiteY211" fmla="*/ 2045197 h 2323145"/>
              <a:gd name="connsiteX212" fmla="*/ 2273666 w 11269336"/>
              <a:gd name="connsiteY212" fmla="*/ 2048710 h 2323145"/>
              <a:gd name="connsiteX213" fmla="*/ 2270719 w 11269336"/>
              <a:gd name="connsiteY213" fmla="*/ 2052702 h 2323145"/>
              <a:gd name="connsiteX214" fmla="*/ 2253080 w 11269336"/>
              <a:gd name="connsiteY214" fmla="*/ 2056363 h 2323145"/>
              <a:gd name="connsiteX215" fmla="*/ 2250906 w 11269336"/>
              <a:gd name="connsiteY215" fmla="*/ 2055654 h 2323145"/>
              <a:gd name="connsiteX216" fmla="*/ 2236905 w 11269336"/>
              <a:gd name="connsiteY216" fmla="*/ 2062882 h 2323145"/>
              <a:gd name="connsiteX217" fmla="*/ 2225830 w 11269336"/>
              <a:gd name="connsiteY217" fmla="*/ 2074027 h 2323145"/>
              <a:gd name="connsiteX218" fmla="*/ 2073776 w 11269336"/>
              <a:gd name="connsiteY218" fmla="*/ 2089244 h 2323145"/>
              <a:gd name="connsiteX219" fmla="*/ 1948256 w 11269336"/>
              <a:gd name="connsiteY219" fmla="*/ 2146616 h 2323145"/>
              <a:gd name="connsiteX220" fmla="*/ 1865582 w 11269336"/>
              <a:gd name="connsiteY220" fmla="*/ 2153738 h 2323145"/>
              <a:gd name="connsiteX221" fmla="*/ 1835210 w 11269336"/>
              <a:gd name="connsiteY221" fmla="*/ 2134244 h 2323145"/>
              <a:gd name="connsiteX222" fmla="*/ 1632661 w 11269336"/>
              <a:gd name="connsiteY222" fmla="*/ 2173882 h 2323145"/>
              <a:gd name="connsiteX223" fmla="*/ 1579590 w 11269336"/>
              <a:gd name="connsiteY223" fmla="*/ 2173680 h 2323145"/>
              <a:gd name="connsiteX224" fmla="*/ 1535601 w 11269336"/>
              <a:gd name="connsiteY224" fmla="*/ 2194590 h 2323145"/>
              <a:gd name="connsiteX225" fmla="*/ 1515594 w 11269336"/>
              <a:gd name="connsiteY225" fmla="*/ 2189622 h 2323145"/>
              <a:gd name="connsiteX226" fmla="*/ 1512113 w 11269336"/>
              <a:gd name="connsiteY226" fmla="*/ 2188534 h 2323145"/>
              <a:gd name="connsiteX227" fmla="*/ 1498838 w 11269336"/>
              <a:gd name="connsiteY227" fmla="*/ 2189213 h 2323145"/>
              <a:gd name="connsiteX228" fmla="*/ 1494279 w 11269336"/>
              <a:gd name="connsiteY228" fmla="*/ 2183112 h 2323145"/>
              <a:gd name="connsiteX229" fmla="*/ 1473714 w 11269336"/>
              <a:gd name="connsiteY229" fmla="*/ 2179625 h 2323145"/>
              <a:gd name="connsiteX230" fmla="*/ 1449503 w 11269336"/>
              <a:gd name="connsiteY230" fmla="*/ 2182633 h 2323145"/>
              <a:gd name="connsiteX231" fmla="*/ 1266687 w 11269336"/>
              <a:gd name="connsiteY231" fmla="*/ 2212688 h 2323145"/>
              <a:gd name="connsiteX232" fmla="*/ 1239614 w 11269336"/>
              <a:gd name="connsiteY232" fmla="*/ 2209727 h 2323145"/>
              <a:gd name="connsiteX233" fmla="*/ 1202436 w 11269336"/>
              <a:gd name="connsiteY233" fmla="*/ 2209817 h 2323145"/>
              <a:gd name="connsiteX234" fmla="*/ 1136097 w 11269336"/>
              <a:gd name="connsiteY234" fmla="*/ 2205112 h 2323145"/>
              <a:gd name="connsiteX235" fmla="*/ 988232 w 11269336"/>
              <a:gd name="connsiteY235" fmla="*/ 2235635 h 2323145"/>
              <a:gd name="connsiteX236" fmla="*/ 981959 w 11269336"/>
              <a:gd name="connsiteY236" fmla="*/ 2231607 h 2323145"/>
              <a:gd name="connsiteX237" fmla="*/ 938600 w 11269336"/>
              <a:gd name="connsiteY237" fmla="*/ 2238113 h 2323145"/>
              <a:gd name="connsiteX238" fmla="*/ 791788 w 11269336"/>
              <a:gd name="connsiteY238" fmla="*/ 2293224 h 2323145"/>
              <a:gd name="connsiteX239" fmla="*/ 706914 w 11269336"/>
              <a:gd name="connsiteY239" fmla="*/ 2305046 h 2323145"/>
              <a:gd name="connsiteX240" fmla="*/ 675971 w 11269336"/>
              <a:gd name="connsiteY240" fmla="*/ 2304030 h 2323145"/>
              <a:gd name="connsiteX241" fmla="*/ 624180 w 11269336"/>
              <a:gd name="connsiteY241" fmla="*/ 2302650 h 2323145"/>
              <a:gd name="connsiteX242" fmla="*/ 583453 w 11269336"/>
              <a:gd name="connsiteY242" fmla="*/ 2288788 h 2323145"/>
              <a:gd name="connsiteX243" fmla="*/ 540946 w 11269336"/>
              <a:gd name="connsiteY243" fmla="*/ 2292721 h 2323145"/>
              <a:gd name="connsiteX244" fmla="*/ 533680 w 11269336"/>
              <a:gd name="connsiteY244" fmla="*/ 2310233 h 2323145"/>
              <a:gd name="connsiteX245" fmla="*/ 487366 w 11269336"/>
              <a:gd name="connsiteY245" fmla="*/ 2309053 h 2323145"/>
              <a:gd name="connsiteX246" fmla="*/ 416820 w 11269336"/>
              <a:gd name="connsiteY246" fmla="*/ 2305443 h 2323145"/>
              <a:gd name="connsiteX247" fmla="*/ 376805 w 11269336"/>
              <a:gd name="connsiteY247" fmla="*/ 2307647 h 2323145"/>
              <a:gd name="connsiteX248" fmla="*/ 266777 w 11269336"/>
              <a:gd name="connsiteY248" fmla="*/ 2309012 h 2323145"/>
              <a:gd name="connsiteX249" fmla="*/ 156013 w 11269336"/>
              <a:gd name="connsiteY249" fmla="*/ 2306832 h 2323145"/>
              <a:gd name="connsiteX250" fmla="*/ 87258 w 11269336"/>
              <a:gd name="connsiteY250" fmla="*/ 2285511 h 2323145"/>
              <a:gd name="connsiteX251" fmla="*/ 23798 w 11269336"/>
              <a:gd name="connsiteY251" fmla="*/ 2281822 h 2323145"/>
              <a:gd name="connsiteX252" fmla="*/ 0 w 11269336"/>
              <a:gd name="connsiteY252" fmla="*/ 2285369 h 2323145"/>
              <a:gd name="connsiteX253" fmla="*/ 0 w 11269336"/>
              <a:gd name="connsiteY25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67257 w 11269336"/>
              <a:gd name="connsiteY141" fmla="*/ 2196121 h 2323145"/>
              <a:gd name="connsiteX142" fmla="*/ 4405765 w 11269336"/>
              <a:gd name="connsiteY142" fmla="*/ 2199902 h 2323145"/>
              <a:gd name="connsiteX143" fmla="*/ 4401354 w 11269336"/>
              <a:gd name="connsiteY143" fmla="*/ 2194745 h 2323145"/>
              <a:gd name="connsiteX144" fmla="*/ 4366646 w 11269336"/>
              <a:gd name="connsiteY144" fmla="*/ 2198564 h 2323145"/>
              <a:gd name="connsiteX145" fmla="*/ 4354009 w 11269336"/>
              <a:gd name="connsiteY145" fmla="*/ 2204984 h 2323145"/>
              <a:gd name="connsiteX146" fmla="*/ 4348284 w 11269336"/>
              <a:gd name="connsiteY146" fmla="*/ 2205270 h 2323145"/>
              <a:gd name="connsiteX147" fmla="*/ 4333906 w 11269336"/>
              <a:gd name="connsiteY147" fmla="*/ 2205251 h 2323145"/>
              <a:gd name="connsiteX148" fmla="*/ 4308819 w 11269336"/>
              <a:gd name="connsiteY148" fmla="*/ 2203822 h 2323145"/>
              <a:gd name="connsiteX149" fmla="*/ 4301210 w 11269336"/>
              <a:gd name="connsiteY149" fmla="*/ 2204456 h 2323145"/>
              <a:gd name="connsiteX150" fmla="*/ 4283095 w 11269336"/>
              <a:gd name="connsiteY150" fmla="*/ 2198177 h 2323145"/>
              <a:gd name="connsiteX151" fmla="*/ 4250119 w 11269336"/>
              <a:gd name="connsiteY151" fmla="*/ 2196342 h 2323145"/>
              <a:gd name="connsiteX152" fmla="*/ 4189203 w 11269336"/>
              <a:gd name="connsiteY152" fmla="*/ 2178994 h 2323145"/>
              <a:gd name="connsiteX153" fmla="*/ 4154035 w 11269336"/>
              <a:gd name="connsiteY153" fmla="*/ 2171950 h 2323145"/>
              <a:gd name="connsiteX154" fmla="*/ 4129569 w 11269336"/>
              <a:gd name="connsiteY154" fmla="*/ 2163850 h 2323145"/>
              <a:gd name="connsiteX155" fmla="*/ 4061250 w 11269336"/>
              <a:gd name="connsiteY155" fmla="*/ 2159236 h 2323145"/>
              <a:gd name="connsiteX156" fmla="*/ 3945480 w 11269336"/>
              <a:gd name="connsiteY156" fmla="*/ 2158279 h 2323145"/>
              <a:gd name="connsiteX157" fmla="*/ 3921468 w 11269336"/>
              <a:gd name="connsiteY157" fmla="*/ 2156588 h 2323145"/>
              <a:gd name="connsiteX158" fmla="*/ 3903348 w 11269336"/>
              <a:gd name="connsiteY158" fmla="*/ 2149220 h 2323145"/>
              <a:gd name="connsiteX159" fmla="*/ 3901342 w 11269336"/>
              <a:gd name="connsiteY159" fmla="*/ 2142355 h 2323145"/>
              <a:gd name="connsiteX160" fmla="*/ 3888539 w 11269336"/>
              <a:gd name="connsiteY160" fmla="*/ 2140476 h 2323145"/>
              <a:gd name="connsiteX161" fmla="*/ 3885662 w 11269336"/>
              <a:gd name="connsiteY161" fmla="*/ 2138740 h 2323145"/>
              <a:gd name="connsiteX162" fmla="*/ 3868627 w 11269336"/>
              <a:gd name="connsiteY162" fmla="*/ 2130023 h 2323145"/>
              <a:gd name="connsiteX163" fmla="*/ 3819177 w 11269336"/>
              <a:gd name="connsiteY163" fmla="*/ 2142111 h 2323145"/>
              <a:gd name="connsiteX164" fmla="*/ 3769100 w 11269336"/>
              <a:gd name="connsiteY164" fmla="*/ 2131731 h 2323145"/>
              <a:gd name="connsiteX165" fmla="*/ 3562752 w 11269336"/>
              <a:gd name="connsiteY165" fmla="*/ 2131785 h 2323145"/>
              <a:gd name="connsiteX166" fmla="*/ 3541402 w 11269336"/>
              <a:gd name="connsiteY166" fmla="*/ 2106821 h 2323145"/>
              <a:gd name="connsiteX167" fmla="*/ 3365341 w 11269336"/>
              <a:gd name="connsiteY167" fmla="*/ 2077638 h 2323145"/>
              <a:gd name="connsiteX168" fmla="*/ 3170922 w 11269336"/>
              <a:gd name="connsiteY168" fmla="*/ 2115957 h 2323145"/>
              <a:gd name="connsiteX169" fmla="*/ 3156256 w 11269336"/>
              <a:gd name="connsiteY169" fmla="*/ 2124773 h 2323145"/>
              <a:gd name="connsiteX170" fmla="*/ 3140298 w 11269336"/>
              <a:gd name="connsiteY170" fmla="*/ 2129182 h 2323145"/>
              <a:gd name="connsiteX171" fmla="*/ 3138514 w 11269336"/>
              <a:gd name="connsiteY171" fmla="*/ 2128069 h 2323145"/>
              <a:gd name="connsiteX172" fmla="*/ 3120467 w 11269336"/>
              <a:gd name="connsiteY172" fmla="*/ 2128281 h 2323145"/>
              <a:gd name="connsiteX173" fmla="*/ 3116175 w 11269336"/>
              <a:gd name="connsiteY173" fmla="*/ 2131633 h 2323145"/>
              <a:gd name="connsiteX174" fmla="*/ 3103685 w 11269336"/>
              <a:gd name="connsiteY174" fmla="*/ 2132814 h 2323145"/>
              <a:gd name="connsiteX175" fmla="*/ 3078794 w 11269336"/>
              <a:gd name="connsiteY175" fmla="*/ 2137935 h 2323145"/>
              <a:gd name="connsiteX176" fmla="*/ 3074407 w 11269336"/>
              <a:gd name="connsiteY176" fmla="*/ 2136274 h 2323145"/>
              <a:gd name="connsiteX177" fmla="*/ 3037285 w 11269336"/>
              <a:gd name="connsiteY177" fmla="*/ 2139919 h 2323145"/>
              <a:gd name="connsiteX178" fmla="*/ 3036901 w 11269336"/>
              <a:gd name="connsiteY178" fmla="*/ 2138726 h 2323145"/>
              <a:gd name="connsiteX179" fmla="*/ 3026996 w 11269336"/>
              <a:gd name="connsiteY179" fmla="*/ 2134322 h 2323145"/>
              <a:gd name="connsiteX180" fmla="*/ 3007772 w 11269336"/>
              <a:gd name="connsiteY180" fmla="*/ 2128742 h 2323145"/>
              <a:gd name="connsiteX181" fmla="*/ 2965030 w 11269336"/>
              <a:gd name="connsiteY181" fmla="*/ 2100494 h 2323145"/>
              <a:gd name="connsiteX182" fmla="*/ 2926342 w 11269336"/>
              <a:gd name="connsiteY182" fmla="*/ 2104155 h 2323145"/>
              <a:gd name="connsiteX183" fmla="*/ 2918608 w 11269336"/>
              <a:gd name="connsiteY183" fmla="*/ 2104215 h 2323145"/>
              <a:gd name="connsiteX184" fmla="*/ 2918475 w 11269336"/>
              <a:gd name="connsiteY184" fmla="*/ 2103937 h 2323145"/>
              <a:gd name="connsiteX185" fmla="*/ 2910360 w 11269336"/>
              <a:gd name="connsiteY185" fmla="*/ 2103444 h 2323145"/>
              <a:gd name="connsiteX186" fmla="*/ 2904507 w 11269336"/>
              <a:gd name="connsiteY186" fmla="*/ 2104326 h 2323145"/>
              <a:gd name="connsiteX187" fmla="*/ 2889503 w 11269336"/>
              <a:gd name="connsiteY187" fmla="*/ 2104443 h 2323145"/>
              <a:gd name="connsiteX188" fmla="*/ 2884480 w 11269336"/>
              <a:gd name="connsiteY188" fmla="*/ 2102626 h 2323145"/>
              <a:gd name="connsiteX189" fmla="*/ 2882689 w 11269336"/>
              <a:gd name="connsiteY189" fmla="*/ 2099228 h 2323145"/>
              <a:gd name="connsiteX190" fmla="*/ 2881291 w 11269336"/>
              <a:gd name="connsiteY190" fmla="*/ 2099618 h 2323145"/>
              <a:gd name="connsiteX191" fmla="*/ 2853979 w 11269336"/>
              <a:gd name="connsiteY191" fmla="*/ 2090388 h 2323145"/>
              <a:gd name="connsiteX192" fmla="*/ 2791790 w 11269336"/>
              <a:gd name="connsiteY192" fmla="*/ 2080332 h 2323145"/>
              <a:gd name="connsiteX193" fmla="*/ 2755844 w 11269336"/>
              <a:gd name="connsiteY193" fmla="*/ 2078874 h 2323145"/>
              <a:gd name="connsiteX194" fmla="*/ 2657742 w 11269336"/>
              <a:gd name="connsiteY194" fmla="*/ 2070179 h 2323145"/>
              <a:gd name="connsiteX195" fmla="*/ 2559549 w 11269336"/>
              <a:gd name="connsiteY195" fmla="*/ 2057873 h 2323145"/>
              <a:gd name="connsiteX196" fmla="*/ 2512054 w 11269336"/>
              <a:gd name="connsiteY196" fmla="*/ 2031671 h 2323145"/>
              <a:gd name="connsiteX197" fmla="*/ 2506437 w 11269336"/>
              <a:gd name="connsiteY197" fmla="*/ 2030918 h 2323145"/>
              <a:gd name="connsiteX198" fmla="*/ 2491752 w 11269336"/>
              <a:gd name="connsiteY198" fmla="*/ 2033906 h 2323145"/>
              <a:gd name="connsiteX199" fmla="*/ 2486338 w 11269336"/>
              <a:gd name="connsiteY199" fmla="*/ 2035862 h 2323145"/>
              <a:gd name="connsiteX200" fmla="*/ 2478186 w 11269336"/>
              <a:gd name="connsiteY200" fmla="*/ 2036953 h 2323145"/>
              <a:gd name="connsiteX201" fmla="*/ 2477950 w 11269336"/>
              <a:gd name="connsiteY201" fmla="*/ 2036715 h 2323145"/>
              <a:gd name="connsiteX202" fmla="*/ 2470381 w 11269336"/>
              <a:gd name="connsiteY202" fmla="*/ 2038256 h 2323145"/>
              <a:gd name="connsiteX203" fmla="*/ 2433781 w 11269336"/>
              <a:gd name="connsiteY203" fmla="*/ 2049140 h 2323145"/>
              <a:gd name="connsiteX204" fmla="*/ 2381172 w 11269336"/>
              <a:gd name="connsiteY204" fmla="*/ 2030645 h 2323145"/>
              <a:gd name="connsiteX205" fmla="*/ 2360198 w 11269336"/>
              <a:gd name="connsiteY205" fmla="*/ 2029059 h 2323145"/>
              <a:gd name="connsiteX206" fmla="*/ 2348815 w 11269336"/>
              <a:gd name="connsiteY206" fmla="*/ 2026798 h 2323145"/>
              <a:gd name="connsiteX207" fmla="*/ 2347988 w 11269336"/>
              <a:gd name="connsiteY207" fmla="*/ 2025745 h 2323145"/>
              <a:gd name="connsiteX208" fmla="*/ 2312920 w 11269336"/>
              <a:gd name="connsiteY208" fmla="*/ 2036311 h 2323145"/>
              <a:gd name="connsiteX209" fmla="*/ 2307986 w 11269336"/>
              <a:gd name="connsiteY209" fmla="*/ 2035583 h 2323145"/>
              <a:gd name="connsiteX210" fmla="*/ 2285481 w 11269336"/>
              <a:gd name="connsiteY210" fmla="*/ 2045197 h 2323145"/>
              <a:gd name="connsiteX211" fmla="*/ 2273666 w 11269336"/>
              <a:gd name="connsiteY211" fmla="*/ 2048710 h 2323145"/>
              <a:gd name="connsiteX212" fmla="*/ 2270719 w 11269336"/>
              <a:gd name="connsiteY212" fmla="*/ 2052702 h 2323145"/>
              <a:gd name="connsiteX213" fmla="*/ 2253080 w 11269336"/>
              <a:gd name="connsiteY213" fmla="*/ 2056363 h 2323145"/>
              <a:gd name="connsiteX214" fmla="*/ 2250906 w 11269336"/>
              <a:gd name="connsiteY214" fmla="*/ 2055654 h 2323145"/>
              <a:gd name="connsiteX215" fmla="*/ 2236905 w 11269336"/>
              <a:gd name="connsiteY215" fmla="*/ 2062882 h 2323145"/>
              <a:gd name="connsiteX216" fmla="*/ 2225830 w 11269336"/>
              <a:gd name="connsiteY216" fmla="*/ 2074027 h 2323145"/>
              <a:gd name="connsiteX217" fmla="*/ 2073776 w 11269336"/>
              <a:gd name="connsiteY217" fmla="*/ 2089244 h 2323145"/>
              <a:gd name="connsiteX218" fmla="*/ 1948256 w 11269336"/>
              <a:gd name="connsiteY218" fmla="*/ 2146616 h 2323145"/>
              <a:gd name="connsiteX219" fmla="*/ 1865582 w 11269336"/>
              <a:gd name="connsiteY219" fmla="*/ 2153738 h 2323145"/>
              <a:gd name="connsiteX220" fmla="*/ 1835210 w 11269336"/>
              <a:gd name="connsiteY220" fmla="*/ 2134244 h 2323145"/>
              <a:gd name="connsiteX221" fmla="*/ 1632661 w 11269336"/>
              <a:gd name="connsiteY221" fmla="*/ 2173882 h 2323145"/>
              <a:gd name="connsiteX222" fmla="*/ 1579590 w 11269336"/>
              <a:gd name="connsiteY222" fmla="*/ 2173680 h 2323145"/>
              <a:gd name="connsiteX223" fmla="*/ 1535601 w 11269336"/>
              <a:gd name="connsiteY223" fmla="*/ 2194590 h 2323145"/>
              <a:gd name="connsiteX224" fmla="*/ 1515594 w 11269336"/>
              <a:gd name="connsiteY224" fmla="*/ 2189622 h 2323145"/>
              <a:gd name="connsiteX225" fmla="*/ 1512113 w 11269336"/>
              <a:gd name="connsiteY225" fmla="*/ 2188534 h 2323145"/>
              <a:gd name="connsiteX226" fmla="*/ 1498838 w 11269336"/>
              <a:gd name="connsiteY226" fmla="*/ 2189213 h 2323145"/>
              <a:gd name="connsiteX227" fmla="*/ 1494279 w 11269336"/>
              <a:gd name="connsiteY227" fmla="*/ 2183112 h 2323145"/>
              <a:gd name="connsiteX228" fmla="*/ 1473714 w 11269336"/>
              <a:gd name="connsiteY228" fmla="*/ 2179625 h 2323145"/>
              <a:gd name="connsiteX229" fmla="*/ 1449503 w 11269336"/>
              <a:gd name="connsiteY229" fmla="*/ 2182633 h 2323145"/>
              <a:gd name="connsiteX230" fmla="*/ 1266687 w 11269336"/>
              <a:gd name="connsiteY230" fmla="*/ 2212688 h 2323145"/>
              <a:gd name="connsiteX231" fmla="*/ 1239614 w 11269336"/>
              <a:gd name="connsiteY231" fmla="*/ 2209727 h 2323145"/>
              <a:gd name="connsiteX232" fmla="*/ 1202436 w 11269336"/>
              <a:gd name="connsiteY232" fmla="*/ 2209817 h 2323145"/>
              <a:gd name="connsiteX233" fmla="*/ 1136097 w 11269336"/>
              <a:gd name="connsiteY233" fmla="*/ 2205112 h 2323145"/>
              <a:gd name="connsiteX234" fmla="*/ 988232 w 11269336"/>
              <a:gd name="connsiteY234" fmla="*/ 2235635 h 2323145"/>
              <a:gd name="connsiteX235" fmla="*/ 981959 w 11269336"/>
              <a:gd name="connsiteY235" fmla="*/ 2231607 h 2323145"/>
              <a:gd name="connsiteX236" fmla="*/ 938600 w 11269336"/>
              <a:gd name="connsiteY236" fmla="*/ 2238113 h 2323145"/>
              <a:gd name="connsiteX237" fmla="*/ 791788 w 11269336"/>
              <a:gd name="connsiteY237" fmla="*/ 2293224 h 2323145"/>
              <a:gd name="connsiteX238" fmla="*/ 706914 w 11269336"/>
              <a:gd name="connsiteY238" fmla="*/ 2305046 h 2323145"/>
              <a:gd name="connsiteX239" fmla="*/ 675971 w 11269336"/>
              <a:gd name="connsiteY239" fmla="*/ 2304030 h 2323145"/>
              <a:gd name="connsiteX240" fmla="*/ 624180 w 11269336"/>
              <a:gd name="connsiteY240" fmla="*/ 2302650 h 2323145"/>
              <a:gd name="connsiteX241" fmla="*/ 583453 w 11269336"/>
              <a:gd name="connsiteY241" fmla="*/ 2288788 h 2323145"/>
              <a:gd name="connsiteX242" fmla="*/ 540946 w 11269336"/>
              <a:gd name="connsiteY242" fmla="*/ 2292721 h 2323145"/>
              <a:gd name="connsiteX243" fmla="*/ 533680 w 11269336"/>
              <a:gd name="connsiteY243" fmla="*/ 2310233 h 2323145"/>
              <a:gd name="connsiteX244" fmla="*/ 487366 w 11269336"/>
              <a:gd name="connsiteY244" fmla="*/ 2309053 h 2323145"/>
              <a:gd name="connsiteX245" fmla="*/ 416820 w 11269336"/>
              <a:gd name="connsiteY245" fmla="*/ 2305443 h 2323145"/>
              <a:gd name="connsiteX246" fmla="*/ 376805 w 11269336"/>
              <a:gd name="connsiteY246" fmla="*/ 2307647 h 2323145"/>
              <a:gd name="connsiteX247" fmla="*/ 266777 w 11269336"/>
              <a:gd name="connsiteY247" fmla="*/ 2309012 h 2323145"/>
              <a:gd name="connsiteX248" fmla="*/ 156013 w 11269336"/>
              <a:gd name="connsiteY248" fmla="*/ 2306832 h 2323145"/>
              <a:gd name="connsiteX249" fmla="*/ 87258 w 11269336"/>
              <a:gd name="connsiteY249" fmla="*/ 2285511 h 2323145"/>
              <a:gd name="connsiteX250" fmla="*/ 23798 w 11269336"/>
              <a:gd name="connsiteY250" fmla="*/ 2281822 h 2323145"/>
              <a:gd name="connsiteX251" fmla="*/ 0 w 11269336"/>
              <a:gd name="connsiteY251" fmla="*/ 2285369 h 2323145"/>
              <a:gd name="connsiteX252" fmla="*/ 0 w 11269336"/>
              <a:gd name="connsiteY25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05765 w 11269336"/>
              <a:gd name="connsiteY141" fmla="*/ 2199902 h 2323145"/>
              <a:gd name="connsiteX142" fmla="*/ 4401354 w 11269336"/>
              <a:gd name="connsiteY142" fmla="*/ 2194745 h 2323145"/>
              <a:gd name="connsiteX143" fmla="*/ 4366646 w 11269336"/>
              <a:gd name="connsiteY143" fmla="*/ 2198564 h 2323145"/>
              <a:gd name="connsiteX144" fmla="*/ 4354009 w 11269336"/>
              <a:gd name="connsiteY144" fmla="*/ 2204984 h 2323145"/>
              <a:gd name="connsiteX145" fmla="*/ 4348284 w 11269336"/>
              <a:gd name="connsiteY145" fmla="*/ 2205270 h 2323145"/>
              <a:gd name="connsiteX146" fmla="*/ 4333906 w 11269336"/>
              <a:gd name="connsiteY146" fmla="*/ 2205251 h 2323145"/>
              <a:gd name="connsiteX147" fmla="*/ 4308819 w 11269336"/>
              <a:gd name="connsiteY147" fmla="*/ 2203822 h 2323145"/>
              <a:gd name="connsiteX148" fmla="*/ 4301210 w 11269336"/>
              <a:gd name="connsiteY148" fmla="*/ 2204456 h 2323145"/>
              <a:gd name="connsiteX149" fmla="*/ 4283095 w 11269336"/>
              <a:gd name="connsiteY149" fmla="*/ 2198177 h 2323145"/>
              <a:gd name="connsiteX150" fmla="*/ 4250119 w 11269336"/>
              <a:gd name="connsiteY150" fmla="*/ 2196342 h 2323145"/>
              <a:gd name="connsiteX151" fmla="*/ 4189203 w 11269336"/>
              <a:gd name="connsiteY151" fmla="*/ 2178994 h 2323145"/>
              <a:gd name="connsiteX152" fmla="*/ 4154035 w 11269336"/>
              <a:gd name="connsiteY152" fmla="*/ 2171950 h 2323145"/>
              <a:gd name="connsiteX153" fmla="*/ 4129569 w 11269336"/>
              <a:gd name="connsiteY153" fmla="*/ 2163850 h 2323145"/>
              <a:gd name="connsiteX154" fmla="*/ 4061250 w 11269336"/>
              <a:gd name="connsiteY154" fmla="*/ 2159236 h 2323145"/>
              <a:gd name="connsiteX155" fmla="*/ 3945480 w 11269336"/>
              <a:gd name="connsiteY155" fmla="*/ 2158279 h 2323145"/>
              <a:gd name="connsiteX156" fmla="*/ 3921468 w 11269336"/>
              <a:gd name="connsiteY156" fmla="*/ 2156588 h 2323145"/>
              <a:gd name="connsiteX157" fmla="*/ 3903348 w 11269336"/>
              <a:gd name="connsiteY157" fmla="*/ 2149220 h 2323145"/>
              <a:gd name="connsiteX158" fmla="*/ 3901342 w 11269336"/>
              <a:gd name="connsiteY158" fmla="*/ 2142355 h 2323145"/>
              <a:gd name="connsiteX159" fmla="*/ 3888539 w 11269336"/>
              <a:gd name="connsiteY159" fmla="*/ 2140476 h 2323145"/>
              <a:gd name="connsiteX160" fmla="*/ 3885662 w 11269336"/>
              <a:gd name="connsiteY160" fmla="*/ 2138740 h 2323145"/>
              <a:gd name="connsiteX161" fmla="*/ 3868627 w 11269336"/>
              <a:gd name="connsiteY161" fmla="*/ 2130023 h 2323145"/>
              <a:gd name="connsiteX162" fmla="*/ 3819177 w 11269336"/>
              <a:gd name="connsiteY162" fmla="*/ 2142111 h 2323145"/>
              <a:gd name="connsiteX163" fmla="*/ 3769100 w 11269336"/>
              <a:gd name="connsiteY163" fmla="*/ 2131731 h 2323145"/>
              <a:gd name="connsiteX164" fmla="*/ 3562752 w 11269336"/>
              <a:gd name="connsiteY164" fmla="*/ 2131785 h 2323145"/>
              <a:gd name="connsiteX165" fmla="*/ 3541402 w 11269336"/>
              <a:gd name="connsiteY165" fmla="*/ 2106821 h 2323145"/>
              <a:gd name="connsiteX166" fmla="*/ 3365341 w 11269336"/>
              <a:gd name="connsiteY166" fmla="*/ 2077638 h 2323145"/>
              <a:gd name="connsiteX167" fmla="*/ 3170922 w 11269336"/>
              <a:gd name="connsiteY167" fmla="*/ 2115957 h 2323145"/>
              <a:gd name="connsiteX168" fmla="*/ 3156256 w 11269336"/>
              <a:gd name="connsiteY168" fmla="*/ 2124773 h 2323145"/>
              <a:gd name="connsiteX169" fmla="*/ 3140298 w 11269336"/>
              <a:gd name="connsiteY169" fmla="*/ 2129182 h 2323145"/>
              <a:gd name="connsiteX170" fmla="*/ 3138514 w 11269336"/>
              <a:gd name="connsiteY170" fmla="*/ 2128069 h 2323145"/>
              <a:gd name="connsiteX171" fmla="*/ 3120467 w 11269336"/>
              <a:gd name="connsiteY171" fmla="*/ 2128281 h 2323145"/>
              <a:gd name="connsiteX172" fmla="*/ 3116175 w 11269336"/>
              <a:gd name="connsiteY172" fmla="*/ 2131633 h 2323145"/>
              <a:gd name="connsiteX173" fmla="*/ 3103685 w 11269336"/>
              <a:gd name="connsiteY173" fmla="*/ 2132814 h 2323145"/>
              <a:gd name="connsiteX174" fmla="*/ 3078794 w 11269336"/>
              <a:gd name="connsiteY174" fmla="*/ 2137935 h 2323145"/>
              <a:gd name="connsiteX175" fmla="*/ 3074407 w 11269336"/>
              <a:gd name="connsiteY175" fmla="*/ 2136274 h 2323145"/>
              <a:gd name="connsiteX176" fmla="*/ 3037285 w 11269336"/>
              <a:gd name="connsiteY176" fmla="*/ 2139919 h 2323145"/>
              <a:gd name="connsiteX177" fmla="*/ 3036901 w 11269336"/>
              <a:gd name="connsiteY177" fmla="*/ 2138726 h 2323145"/>
              <a:gd name="connsiteX178" fmla="*/ 3026996 w 11269336"/>
              <a:gd name="connsiteY178" fmla="*/ 2134322 h 2323145"/>
              <a:gd name="connsiteX179" fmla="*/ 3007772 w 11269336"/>
              <a:gd name="connsiteY179" fmla="*/ 2128742 h 2323145"/>
              <a:gd name="connsiteX180" fmla="*/ 2965030 w 11269336"/>
              <a:gd name="connsiteY180" fmla="*/ 2100494 h 2323145"/>
              <a:gd name="connsiteX181" fmla="*/ 2926342 w 11269336"/>
              <a:gd name="connsiteY181" fmla="*/ 2104155 h 2323145"/>
              <a:gd name="connsiteX182" fmla="*/ 2918608 w 11269336"/>
              <a:gd name="connsiteY182" fmla="*/ 2104215 h 2323145"/>
              <a:gd name="connsiteX183" fmla="*/ 2918475 w 11269336"/>
              <a:gd name="connsiteY183" fmla="*/ 2103937 h 2323145"/>
              <a:gd name="connsiteX184" fmla="*/ 2910360 w 11269336"/>
              <a:gd name="connsiteY184" fmla="*/ 2103444 h 2323145"/>
              <a:gd name="connsiteX185" fmla="*/ 2904507 w 11269336"/>
              <a:gd name="connsiteY185" fmla="*/ 2104326 h 2323145"/>
              <a:gd name="connsiteX186" fmla="*/ 2889503 w 11269336"/>
              <a:gd name="connsiteY186" fmla="*/ 2104443 h 2323145"/>
              <a:gd name="connsiteX187" fmla="*/ 2884480 w 11269336"/>
              <a:gd name="connsiteY187" fmla="*/ 2102626 h 2323145"/>
              <a:gd name="connsiteX188" fmla="*/ 2882689 w 11269336"/>
              <a:gd name="connsiteY188" fmla="*/ 2099228 h 2323145"/>
              <a:gd name="connsiteX189" fmla="*/ 2881291 w 11269336"/>
              <a:gd name="connsiteY189" fmla="*/ 2099618 h 2323145"/>
              <a:gd name="connsiteX190" fmla="*/ 2853979 w 11269336"/>
              <a:gd name="connsiteY190" fmla="*/ 2090388 h 2323145"/>
              <a:gd name="connsiteX191" fmla="*/ 2791790 w 11269336"/>
              <a:gd name="connsiteY191" fmla="*/ 2080332 h 2323145"/>
              <a:gd name="connsiteX192" fmla="*/ 2755844 w 11269336"/>
              <a:gd name="connsiteY192" fmla="*/ 2078874 h 2323145"/>
              <a:gd name="connsiteX193" fmla="*/ 2657742 w 11269336"/>
              <a:gd name="connsiteY193" fmla="*/ 2070179 h 2323145"/>
              <a:gd name="connsiteX194" fmla="*/ 2559549 w 11269336"/>
              <a:gd name="connsiteY194" fmla="*/ 2057873 h 2323145"/>
              <a:gd name="connsiteX195" fmla="*/ 2512054 w 11269336"/>
              <a:gd name="connsiteY195" fmla="*/ 2031671 h 2323145"/>
              <a:gd name="connsiteX196" fmla="*/ 2506437 w 11269336"/>
              <a:gd name="connsiteY196" fmla="*/ 2030918 h 2323145"/>
              <a:gd name="connsiteX197" fmla="*/ 2491752 w 11269336"/>
              <a:gd name="connsiteY197" fmla="*/ 2033906 h 2323145"/>
              <a:gd name="connsiteX198" fmla="*/ 2486338 w 11269336"/>
              <a:gd name="connsiteY198" fmla="*/ 2035862 h 2323145"/>
              <a:gd name="connsiteX199" fmla="*/ 2478186 w 11269336"/>
              <a:gd name="connsiteY199" fmla="*/ 2036953 h 2323145"/>
              <a:gd name="connsiteX200" fmla="*/ 2477950 w 11269336"/>
              <a:gd name="connsiteY200" fmla="*/ 2036715 h 2323145"/>
              <a:gd name="connsiteX201" fmla="*/ 2470381 w 11269336"/>
              <a:gd name="connsiteY201" fmla="*/ 2038256 h 2323145"/>
              <a:gd name="connsiteX202" fmla="*/ 2433781 w 11269336"/>
              <a:gd name="connsiteY202" fmla="*/ 2049140 h 2323145"/>
              <a:gd name="connsiteX203" fmla="*/ 2381172 w 11269336"/>
              <a:gd name="connsiteY203" fmla="*/ 2030645 h 2323145"/>
              <a:gd name="connsiteX204" fmla="*/ 2360198 w 11269336"/>
              <a:gd name="connsiteY204" fmla="*/ 2029059 h 2323145"/>
              <a:gd name="connsiteX205" fmla="*/ 2348815 w 11269336"/>
              <a:gd name="connsiteY205" fmla="*/ 2026798 h 2323145"/>
              <a:gd name="connsiteX206" fmla="*/ 2347988 w 11269336"/>
              <a:gd name="connsiteY206" fmla="*/ 2025745 h 2323145"/>
              <a:gd name="connsiteX207" fmla="*/ 2312920 w 11269336"/>
              <a:gd name="connsiteY207" fmla="*/ 2036311 h 2323145"/>
              <a:gd name="connsiteX208" fmla="*/ 2307986 w 11269336"/>
              <a:gd name="connsiteY208" fmla="*/ 2035583 h 2323145"/>
              <a:gd name="connsiteX209" fmla="*/ 2285481 w 11269336"/>
              <a:gd name="connsiteY209" fmla="*/ 2045197 h 2323145"/>
              <a:gd name="connsiteX210" fmla="*/ 2273666 w 11269336"/>
              <a:gd name="connsiteY210" fmla="*/ 2048710 h 2323145"/>
              <a:gd name="connsiteX211" fmla="*/ 2270719 w 11269336"/>
              <a:gd name="connsiteY211" fmla="*/ 2052702 h 2323145"/>
              <a:gd name="connsiteX212" fmla="*/ 2253080 w 11269336"/>
              <a:gd name="connsiteY212" fmla="*/ 2056363 h 2323145"/>
              <a:gd name="connsiteX213" fmla="*/ 2250906 w 11269336"/>
              <a:gd name="connsiteY213" fmla="*/ 2055654 h 2323145"/>
              <a:gd name="connsiteX214" fmla="*/ 2236905 w 11269336"/>
              <a:gd name="connsiteY214" fmla="*/ 2062882 h 2323145"/>
              <a:gd name="connsiteX215" fmla="*/ 2225830 w 11269336"/>
              <a:gd name="connsiteY215" fmla="*/ 2074027 h 2323145"/>
              <a:gd name="connsiteX216" fmla="*/ 2073776 w 11269336"/>
              <a:gd name="connsiteY216" fmla="*/ 2089244 h 2323145"/>
              <a:gd name="connsiteX217" fmla="*/ 1948256 w 11269336"/>
              <a:gd name="connsiteY217" fmla="*/ 2146616 h 2323145"/>
              <a:gd name="connsiteX218" fmla="*/ 1865582 w 11269336"/>
              <a:gd name="connsiteY218" fmla="*/ 2153738 h 2323145"/>
              <a:gd name="connsiteX219" fmla="*/ 1835210 w 11269336"/>
              <a:gd name="connsiteY219" fmla="*/ 2134244 h 2323145"/>
              <a:gd name="connsiteX220" fmla="*/ 1632661 w 11269336"/>
              <a:gd name="connsiteY220" fmla="*/ 2173882 h 2323145"/>
              <a:gd name="connsiteX221" fmla="*/ 1579590 w 11269336"/>
              <a:gd name="connsiteY221" fmla="*/ 2173680 h 2323145"/>
              <a:gd name="connsiteX222" fmla="*/ 1535601 w 11269336"/>
              <a:gd name="connsiteY222" fmla="*/ 2194590 h 2323145"/>
              <a:gd name="connsiteX223" fmla="*/ 1515594 w 11269336"/>
              <a:gd name="connsiteY223" fmla="*/ 2189622 h 2323145"/>
              <a:gd name="connsiteX224" fmla="*/ 1512113 w 11269336"/>
              <a:gd name="connsiteY224" fmla="*/ 2188534 h 2323145"/>
              <a:gd name="connsiteX225" fmla="*/ 1498838 w 11269336"/>
              <a:gd name="connsiteY225" fmla="*/ 2189213 h 2323145"/>
              <a:gd name="connsiteX226" fmla="*/ 1494279 w 11269336"/>
              <a:gd name="connsiteY226" fmla="*/ 2183112 h 2323145"/>
              <a:gd name="connsiteX227" fmla="*/ 1473714 w 11269336"/>
              <a:gd name="connsiteY227" fmla="*/ 2179625 h 2323145"/>
              <a:gd name="connsiteX228" fmla="*/ 1449503 w 11269336"/>
              <a:gd name="connsiteY228" fmla="*/ 2182633 h 2323145"/>
              <a:gd name="connsiteX229" fmla="*/ 1266687 w 11269336"/>
              <a:gd name="connsiteY229" fmla="*/ 2212688 h 2323145"/>
              <a:gd name="connsiteX230" fmla="*/ 1239614 w 11269336"/>
              <a:gd name="connsiteY230" fmla="*/ 2209727 h 2323145"/>
              <a:gd name="connsiteX231" fmla="*/ 1202436 w 11269336"/>
              <a:gd name="connsiteY231" fmla="*/ 2209817 h 2323145"/>
              <a:gd name="connsiteX232" fmla="*/ 1136097 w 11269336"/>
              <a:gd name="connsiteY232" fmla="*/ 2205112 h 2323145"/>
              <a:gd name="connsiteX233" fmla="*/ 988232 w 11269336"/>
              <a:gd name="connsiteY233" fmla="*/ 2235635 h 2323145"/>
              <a:gd name="connsiteX234" fmla="*/ 981959 w 11269336"/>
              <a:gd name="connsiteY234" fmla="*/ 2231607 h 2323145"/>
              <a:gd name="connsiteX235" fmla="*/ 938600 w 11269336"/>
              <a:gd name="connsiteY235" fmla="*/ 2238113 h 2323145"/>
              <a:gd name="connsiteX236" fmla="*/ 791788 w 11269336"/>
              <a:gd name="connsiteY236" fmla="*/ 2293224 h 2323145"/>
              <a:gd name="connsiteX237" fmla="*/ 706914 w 11269336"/>
              <a:gd name="connsiteY237" fmla="*/ 2305046 h 2323145"/>
              <a:gd name="connsiteX238" fmla="*/ 675971 w 11269336"/>
              <a:gd name="connsiteY238" fmla="*/ 2304030 h 2323145"/>
              <a:gd name="connsiteX239" fmla="*/ 624180 w 11269336"/>
              <a:gd name="connsiteY239" fmla="*/ 2302650 h 2323145"/>
              <a:gd name="connsiteX240" fmla="*/ 583453 w 11269336"/>
              <a:gd name="connsiteY240" fmla="*/ 2288788 h 2323145"/>
              <a:gd name="connsiteX241" fmla="*/ 540946 w 11269336"/>
              <a:gd name="connsiteY241" fmla="*/ 2292721 h 2323145"/>
              <a:gd name="connsiteX242" fmla="*/ 533680 w 11269336"/>
              <a:gd name="connsiteY242" fmla="*/ 2310233 h 2323145"/>
              <a:gd name="connsiteX243" fmla="*/ 487366 w 11269336"/>
              <a:gd name="connsiteY243" fmla="*/ 2309053 h 2323145"/>
              <a:gd name="connsiteX244" fmla="*/ 416820 w 11269336"/>
              <a:gd name="connsiteY244" fmla="*/ 2305443 h 2323145"/>
              <a:gd name="connsiteX245" fmla="*/ 376805 w 11269336"/>
              <a:gd name="connsiteY245" fmla="*/ 2307647 h 2323145"/>
              <a:gd name="connsiteX246" fmla="*/ 266777 w 11269336"/>
              <a:gd name="connsiteY246" fmla="*/ 2309012 h 2323145"/>
              <a:gd name="connsiteX247" fmla="*/ 156013 w 11269336"/>
              <a:gd name="connsiteY247" fmla="*/ 2306832 h 2323145"/>
              <a:gd name="connsiteX248" fmla="*/ 87258 w 11269336"/>
              <a:gd name="connsiteY248" fmla="*/ 2285511 h 2323145"/>
              <a:gd name="connsiteX249" fmla="*/ 23798 w 11269336"/>
              <a:gd name="connsiteY249" fmla="*/ 2281822 h 2323145"/>
              <a:gd name="connsiteX250" fmla="*/ 0 w 11269336"/>
              <a:gd name="connsiteY250" fmla="*/ 2285369 h 2323145"/>
              <a:gd name="connsiteX251" fmla="*/ 0 w 11269336"/>
              <a:gd name="connsiteY251" fmla="*/ 0 h 2323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Lst>
            <a:rect l="l" t="t" r="r" b="b"/>
            <a:pathLst>
              <a:path w="11269336" h="2323145">
                <a:moveTo>
                  <a:pt x="0" y="0"/>
                </a:moveTo>
                <a:lnTo>
                  <a:pt x="11269336" y="0"/>
                </a:lnTo>
                <a:lnTo>
                  <a:pt x="11268645" y="511"/>
                </a:lnTo>
                <a:cubicBezTo>
                  <a:pt x="11257520" y="14091"/>
                  <a:pt x="11248967" y="32073"/>
                  <a:pt x="11230739" y="37096"/>
                </a:cubicBezTo>
                <a:cubicBezTo>
                  <a:pt x="11194283" y="47141"/>
                  <a:pt x="11124351" y="55013"/>
                  <a:pt x="11082485" y="78590"/>
                </a:cubicBezTo>
                <a:cubicBezTo>
                  <a:pt x="11064655" y="69818"/>
                  <a:pt x="11049588" y="97621"/>
                  <a:pt x="11031776" y="79197"/>
                </a:cubicBezTo>
                <a:cubicBezTo>
                  <a:pt x="11016683" y="85023"/>
                  <a:pt x="11009945" y="92832"/>
                  <a:pt x="10995894" y="83459"/>
                </a:cubicBezTo>
                <a:cubicBezTo>
                  <a:pt x="10971843" y="134740"/>
                  <a:pt x="10888992" y="106042"/>
                  <a:pt x="10861177" y="147419"/>
                </a:cubicBezTo>
                <a:cubicBezTo>
                  <a:pt x="10850370" y="129415"/>
                  <a:pt x="10807086" y="138624"/>
                  <a:pt x="10782732" y="135645"/>
                </a:cubicBezTo>
                <a:cubicBezTo>
                  <a:pt x="10869014" y="196205"/>
                  <a:pt x="10693356" y="147304"/>
                  <a:pt x="10660773" y="179312"/>
                </a:cubicBezTo>
                <a:cubicBezTo>
                  <a:pt x="10667385" y="121467"/>
                  <a:pt x="10595265" y="182241"/>
                  <a:pt x="10564442" y="160738"/>
                </a:cubicBezTo>
                <a:cubicBezTo>
                  <a:pt x="10544419" y="190949"/>
                  <a:pt x="10518436" y="167191"/>
                  <a:pt x="10490200" y="183533"/>
                </a:cubicBezTo>
                <a:cubicBezTo>
                  <a:pt x="10423905" y="202688"/>
                  <a:pt x="10362764" y="244779"/>
                  <a:pt x="10271351" y="243104"/>
                </a:cubicBezTo>
                <a:cubicBezTo>
                  <a:pt x="10247818" y="329775"/>
                  <a:pt x="10135674" y="303068"/>
                  <a:pt x="10061033" y="364937"/>
                </a:cubicBezTo>
                <a:cubicBezTo>
                  <a:pt x="10014289" y="383940"/>
                  <a:pt x="9930032" y="360289"/>
                  <a:pt x="9921770" y="406154"/>
                </a:cubicBezTo>
                <a:cubicBezTo>
                  <a:pt x="9894276" y="384665"/>
                  <a:pt x="9881945" y="430851"/>
                  <a:pt x="9858388" y="439489"/>
                </a:cubicBezTo>
                <a:cubicBezTo>
                  <a:pt x="9835642" y="426888"/>
                  <a:pt x="9828901" y="443125"/>
                  <a:pt x="9811914" y="449865"/>
                </a:cubicBezTo>
                <a:cubicBezTo>
                  <a:pt x="9801869" y="441287"/>
                  <a:pt x="9787055" y="444835"/>
                  <a:pt x="9784394" y="457816"/>
                </a:cubicBezTo>
                <a:cubicBezTo>
                  <a:pt x="9797169" y="483924"/>
                  <a:pt x="9656844" y="450179"/>
                  <a:pt x="9656836" y="469967"/>
                </a:cubicBezTo>
                <a:cubicBezTo>
                  <a:pt x="9589537" y="485301"/>
                  <a:pt x="9662097" y="527310"/>
                  <a:pt x="9561575" y="559978"/>
                </a:cubicBezTo>
                <a:cubicBezTo>
                  <a:pt x="9479149" y="599104"/>
                  <a:pt x="9215234" y="670585"/>
                  <a:pt x="9162278" y="704724"/>
                </a:cubicBezTo>
                <a:cubicBezTo>
                  <a:pt x="9173017" y="730567"/>
                  <a:pt x="9063215" y="727685"/>
                  <a:pt x="9062863" y="754656"/>
                </a:cubicBezTo>
                <a:cubicBezTo>
                  <a:pt x="9021608" y="774940"/>
                  <a:pt x="8924639" y="816390"/>
                  <a:pt x="8914746" y="826428"/>
                </a:cubicBezTo>
                <a:lnTo>
                  <a:pt x="8917778" y="835198"/>
                </a:lnTo>
                <a:lnTo>
                  <a:pt x="8905560" y="838358"/>
                </a:lnTo>
                <a:lnTo>
                  <a:pt x="8897564" y="834287"/>
                </a:lnTo>
                <a:lnTo>
                  <a:pt x="8878040" y="844150"/>
                </a:lnTo>
                <a:cubicBezTo>
                  <a:pt x="8861112" y="848992"/>
                  <a:pt x="8812843" y="856499"/>
                  <a:pt x="8795998" y="863337"/>
                </a:cubicBezTo>
                <a:cubicBezTo>
                  <a:pt x="8792888" y="873975"/>
                  <a:pt x="8786153" y="880792"/>
                  <a:pt x="8776970" y="885177"/>
                </a:cubicBezTo>
                <a:lnTo>
                  <a:pt x="8755719" y="889754"/>
                </a:lnTo>
                <a:lnTo>
                  <a:pt x="8743257" y="904723"/>
                </a:lnTo>
                <a:cubicBezTo>
                  <a:pt x="8737642" y="908108"/>
                  <a:pt x="8730651" y="908759"/>
                  <a:pt x="8721366" y="904711"/>
                </a:cubicBezTo>
                <a:cubicBezTo>
                  <a:pt x="8711895" y="915873"/>
                  <a:pt x="8676250" y="900745"/>
                  <a:pt x="8678353" y="926318"/>
                </a:cubicBezTo>
                <a:cubicBezTo>
                  <a:pt x="8658506" y="928813"/>
                  <a:pt x="8647569" y="933735"/>
                  <a:pt x="8636849" y="937900"/>
                </a:cubicBezTo>
                <a:lnTo>
                  <a:pt x="8620213" y="943068"/>
                </a:lnTo>
                <a:lnTo>
                  <a:pt x="8612581" y="952695"/>
                </a:lnTo>
                <a:cubicBezTo>
                  <a:pt x="8605836" y="959769"/>
                  <a:pt x="8598255" y="964412"/>
                  <a:pt x="8589038" y="963892"/>
                </a:cubicBezTo>
                <a:lnTo>
                  <a:pt x="8579950" y="960899"/>
                </a:lnTo>
                <a:cubicBezTo>
                  <a:pt x="8579740" y="962476"/>
                  <a:pt x="8579529" y="964053"/>
                  <a:pt x="8579319" y="965630"/>
                </a:cubicBezTo>
                <a:cubicBezTo>
                  <a:pt x="8579138" y="972972"/>
                  <a:pt x="8576531" y="980010"/>
                  <a:pt x="8547429" y="984506"/>
                </a:cubicBezTo>
                <a:cubicBezTo>
                  <a:pt x="8529238" y="1001725"/>
                  <a:pt x="8505565" y="1015840"/>
                  <a:pt x="8478704" y="1025490"/>
                </a:cubicBezTo>
                <a:cubicBezTo>
                  <a:pt x="8473109" y="1019545"/>
                  <a:pt x="8465819" y="1032194"/>
                  <a:pt x="8461421" y="1035512"/>
                </a:cubicBezTo>
                <a:cubicBezTo>
                  <a:pt x="8459739" y="1031087"/>
                  <a:pt x="8447663" y="1032074"/>
                  <a:pt x="8445003" y="1036851"/>
                </a:cubicBezTo>
                <a:cubicBezTo>
                  <a:pt x="8366593" y="1075951"/>
                  <a:pt x="8398773" y="1021402"/>
                  <a:pt x="8357350" y="1060213"/>
                </a:cubicBezTo>
                <a:cubicBezTo>
                  <a:pt x="8349366" y="1063843"/>
                  <a:pt x="8342208" y="1063367"/>
                  <a:pt x="8335565" y="1061151"/>
                </a:cubicBezTo>
                <a:lnTo>
                  <a:pt x="8325267" y="1055919"/>
                </a:lnTo>
                <a:lnTo>
                  <a:pt x="8293586" y="1076144"/>
                </a:lnTo>
                <a:cubicBezTo>
                  <a:pt x="8277595" y="1084193"/>
                  <a:pt x="8260401" y="1090863"/>
                  <a:pt x="8242405" y="1095960"/>
                </a:cubicBezTo>
                <a:cubicBezTo>
                  <a:pt x="8226373" y="1101227"/>
                  <a:pt x="8224213" y="1102052"/>
                  <a:pt x="8197391" y="1107746"/>
                </a:cubicBezTo>
                <a:cubicBezTo>
                  <a:pt x="8090266" y="1152133"/>
                  <a:pt x="8141491" y="1082372"/>
                  <a:pt x="8081474" y="1130125"/>
                </a:cubicBezTo>
                <a:cubicBezTo>
                  <a:pt x="8070634" y="1134173"/>
                  <a:pt x="8061619" y="1132810"/>
                  <a:pt x="8053585" y="1129169"/>
                </a:cubicBezTo>
                <a:lnTo>
                  <a:pt x="8038422" y="1119092"/>
                </a:lnTo>
                <a:lnTo>
                  <a:pt x="8029450" y="1125592"/>
                </a:lnTo>
                <a:cubicBezTo>
                  <a:pt x="7992226" y="1133484"/>
                  <a:pt x="7978616" y="1122765"/>
                  <a:pt x="7959552" y="1140188"/>
                </a:cubicBezTo>
                <a:cubicBezTo>
                  <a:pt x="7922008" y="1119572"/>
                  <a:pt x="7937737" y="1141786"/>
                  <a:pt x="7914188" y="1150862"/>
                </a:cubicBezTo>
                <a:cubicBezTo>
                  <a:pt x="7896037" y="1160155"/>
                  <a:pt x="7933463" y="1163411"/>
                  <a:pt x="7914918" y="1168758"/>
                </a:cubicBezTo>
                <a:cubicBezTo>
                  <a:pt x="7893102" y="1165887"/>
                  <a:pt x="7898453" y="1187420"/>
                  <a:pt x="7875510" y="1183153"/>
                </a:cubicBezTo>
                <a:cubicBezTo>
                  <a:pt x="7877354" y="1165743"/>
                  <a:pt x="7834286" y="1194789"/>
                  <a:pt x="7829932" y="1180782"/>
                </a:cubicBezTo>
                <a:cubicBezTo>
                  <a:pt x="7816047" y="1204874"/>
                  <a:pt x="7801901" y="1181513"/>
                  <a:pt x="7779182" y="1192665"/>
                </a:cubicBezTo>
                <a:cubicBezTo>
                  <a:pt x="7769446" y="1202686"/>
                  <a:pt x="7761564" y="1205661"/>
                  <a:pt x="7748774" y="1199586"/>
                </a:cubicBezTo>
                <a:cubicBezTo>
                  <a:pt x="7704339" y="1247771"/>
                  <a:pt x="7717626" y="1207638"/>
                  <a:pt x="7671846" y="1231966"/>
                </a:cubicBezTo>
                <a:cubicBezTo>
                  <a:pt x="7632956" y="1255682"/>
                  <a:pt x="7587383" y="1275180"/>
                  <a:pt x="7554146" y="1319748"/>
                </a:cubicBezTo>
                <a:cubicBezTo>
                  <a:pt x="7548775" y="1331557"/>
                  <a:pt x="7531272" y="1339155"/>
                  <a:pt x="7515052" y="1336718"/>
                </a:cubicBezTo>
                <a:cubicBezTo>
                  <a:pt x="7512260" y="1336298"/>
                  <a:pt x="7509613" y="1335590"/>
                  <a:pt x="7507193" y="1334617"/>
                </a:cubicBezTo>
                <a:cubicBezTo>
                  <a:pt x="7488273" y="1365207"/>
                  <a:pt x="7468925" y="1356298"/>
                  <a:pt x="7461694" y="1375866"/>
                </a:cubicBezTo>
                <a:cubicBezTo>
                  <a:pt x="7422434" y="1391917"/>
                  <a:pt x="7384603" y="1382819"/>
                  <a:pt x="7377571" y="1400128"/>
                </a:cubicBezTo>
                <a:cubicBezTo>
                  <a:pt x="7356236" y="1403926"/>
                  <a:pt x="7322509" y="1393138"/>
                  <a:pt x="7311261" y="1412652"/>
                </a:cubicBezTo>
                <a:cubicBezTo>
                  <a:pt x="7305349" y="1400071"/>
                  <a:pt x="7289966" y="1428039"/>
                  <a:pt x="7275307" y="1422171"/>
                </a:cubicBezTo>
                <a:cubicBezTo>
                  <a:pt x="7264529" y="1416601"/>
                  <a:pt x="7257348" y="1423786"/>
                  <a:pt x="7247783" y="1426330"/>
                </a:cubicBezTo>
                <a:cubicBezTo>
                  <a:pt x="7233839" y="1423056"/>
                  <a:pt x="7194363" y="1442037"/>
                  <a:pt x="7185047" y="1451812"/>
                </a:cubicBezTo>
                <a:cubicBezTo>
                  <a:pt x="7164447" y="1483396"/>
                  <a:pt x="7101577" y="1475742"/>
                  <a:pt x="7084117" y="1500281"/>
                </a:cubicBezTo>
                <a:cubicBezTo>
                  <a:pt x="7076899" y="1504821"/>
                  <a:pt x="7069494" y="1507565"/>
                  <a:pt x="7062011" y="1509183"/>
                </a:cubicBezTo>
                <a:lnTo>
                  <a:pt x="7040555" y="1511207"/>
                </a:lnTo>
                <a:lnTo>
                  <a:pt x="7033438" y="1506772"/>
                </a:lnTo>
                <a:lnTo>
                  <a:pt x="7020886" y="1510764"/>
                </a:lnTo>
                <a:lnTo>
                  <a:pt x="7017033" y="1510650"/>
                </a:lnTo>
                <a:lnTo>
                  <a:pt x="6995460" y="1511173"/>
                </a:lnTo>
                <a:cubicBezTo>
                  <a:pt x="7010208" y="1537643"/>
                  <a:pt x="6938512" y="1522467"/>
                  <a:pt x="6962144" y="1541508"/>
                </a:cubicBezTo>
                <a:cubicBezTo>
                  <a:pt x="6926351" y="1550586"/>
                  <a:pt x="6958236" y="1566326"/>
                  <a:pt x="6910674" y="1554793"/>
                </a:cubicBezTo>
                <a:cubicBezTo>
                  <a:pt x="6859225" y="1589274"/>
                  <a:pt x="6769015" y="1598548"/>
                  <a:pt x="6732152" y="1642538"/>
                </a:cubicBezTo>
                <a:cubicBezTo>
                  <a:pt x="6734901" y="1628031"/>
                  <a:pt x="6709146" y="1622413"/>
                  <a:pt x="6694106" y="1632377"/>
                </a:cubicBezTo>
                <a:cubicBezTo>
                  <a:pt x="6702628" y="1575914"/>
                  <a:pt x="6638899" y="1692862"/>
                  <a:pt x="6617223" y="1659889"/>
                </a:cubicBezTo>
                <a:cubicBezTo>
                  <a:pt x="6623246" y="1693349"/>
                  <a:pt x="6561228" y="1764690"/>
                  <a:pt x="6521138" y="1744340"/>
                </a:cubicBezTo>
                <a:cubicBezTo>
                  <a:pt x="6469831" y="1761656"/>
                  <a:pt x="6438109" y="1796731"/>
                  <a:pt x="6380677" y="1796883"/>
                </a:cubicBezTo>
                <a:cubicBezTo>
                  <a:pt x="6379865" y="1801686"/>
                  <a:pt x="6377810" y="1805986"/>
                  <a:pt x="6374897" y="1809910"/>
                </a:cubicBezTo>
                <a:lnTo>
                  <a:pt x="6364545" y="1820090"/>
                </a:lnTo>
                <a:lnTo>
                  <a:pt x="6362126" y="1819991"/>
                </a:lnTo>
                <a:cubicBezTo>
                  <a:pt x="6353055" y="1821720"/>
                  <a:pt x="6348796" y="1824537"/>
                  <a:pt x="6346673" y="1827824"/>
                </a:cubicBezTo>
                <a:lnTo>
                  <a:pt x="6345588" y="1832232"/>
                </a:lnTo>
                <a:lnTo>
                  <a:pt x="6335708" y="1838451"/>
                </a:lnTo>
                <a:lnTo>
                  <a:pt x="6318182" y="1852975"/>
                </a:lnTo>
                <a:lnTo>
                  <a:pt x="6313084" y="1853561"/>
                </a:lnTo>
                <a:lnTo>
                  <a:pt x="6283816" y="1872148"/>
                </a:lnTo>
                <a:lnTo>
                  <a:pt x="6282550" y="1871392"/>
                </a:lnTo>
                <a:cubicBezTo>
                  <a:pt x="6279041" y="1870121"/>
                  <a:pt x="6275192" y="1869982"/>
                  <a:pt x="6270527" y="1872208"/>
                </a:cubicBezTo>
                <a:cubicBezTo>
                  <a:pt x="6265029" y="1853962"/>
                  <a:pt x="6262790" y="1867903"/>
                  <a:pt x="6249518" y="1876079"/>
                </a:cubicBezTo>
                <a:cubicBezTo>
                  <a:pt x="6238019" y="1849564"/>
                  <a:pt x="6207959" y="1881750"/>
                  <a:pt x="6190386" y="1872478"/>
                </a:cubicBezTo>
                <a:cubicBezTo>
                  <a:pt x="6180893" y="1879083"/>
                  <a:pt x="6170646" y="1885584"/>
                  <a:pt x="6159777" y="1891745"/>
                </a:cubicBezTo>
                <a:lnTo>
                  <a:pt x="6153131" y="1895079"/>
                </a:lnTo>
                <a:lnTo>
                  <a:pt x="6152798" y="1894920"/>
                </a:lnTo>
                <a:cubicBezTo>
                  <a:pt x="6150925" y="1895166"/>
                  <a:pt x="6148578" y="1896082"/>
                  <a:pt x="6145388" y="1897990"/>
                </a:cubicBezTo>
                <a:lnTo>
                  <a:pt x="6141014" y="1901155"/>
                </a:lnTo>
                <a:lnTo>
                  <a:pt x="6128122" y="1907623"/>
                </a:lnTo>
                <a:lnTo>
                  <a:pt x="6122351" y="1908359"/>
                </a:lnTo>
                <a:cubicBezTo>
                  <a:pt x="6099508" y="1905910"/>
                  <a:pt x="6088334" y="1869006"/>
                  <a:pt x="6064750" y="1896394"/>
                </a:cubicBezTo>
                <a:cubicBezTo>
                  <a:pt x="6025977" y="1903785"/>
                  <a:pt x="5997095" y="1889190"/>
                  <a:pt x="5964230" y="1910038"/>
                </a:cubicBezTo>
                <a:cubicBezTo>
                  <a:pt x="5927910" y="1916874"/>
                  <a:pt x="5894873" y="1914928"/>
                  <a:pt x="5865399" y="1926966"/>
                </a:cubicBezTo>
                <a:cubicBezTo>
                  <a:pt x="5851644" y="1923038"/>
                  <a:pt x="5839380" y="1922808"/>
                  <a:pt x="5829951" y="1934755"/>
                </a:cubicBezTo>
                <a:cubicBezTo>
                  <a:pt x="5795498" y="1938369"/>
                  <a:pt x="5784532" y="1926246"/>
                  <a:pt x="5765285" y="1941322"/>
                </a:cubicBezTo>
                <a:cubicBezTo>
                  <a:pt x="5741789" y="1922874"/>
                  <a:pt x="5742385" y="1931607"/>
                  <a:pt x="5734750" y="1939793"/>
                </a:cubicBezTo>
                <a:lnTo>
                  <a:pt x="5733569" y="1940505"/>
                </a:lnTo>
                <a:lnTo>
                  <a:pt x="5730329" y="1937845"/>
                </a:lnTo>
                <a:lnTo>
                  <a:pt x="5724661" y="1937455"/>
                </a:lnTo>
                <a:lnTo>
                  <a:pt x="5710186" y="1941370"/>
                </a:lnTo>
                <a:lnTo>
                  <a:pt x="5704910" y="1943663"/>
                </a:lnTo>
                <a:cubicBezTo>
                  <a:pt x="5701213" y="1944937"/>
                  <a:pt x="5698678" y="1945391"/>
                  <a:pt x="5696836" y="1945271"/>
                </a:cubicBezTo>
                <a:lnTo>
                  <a:pt x="5696583" y="1945050"/>
                </a:lnTo>
                <a:lnTo>
                  <a:pt x="5689123" y="1947067"/>
                </a:lnTo>
                <a:cubicBezTo>
                  <a:pt x="5676655" y="1951072"/>
                  <a:pt x="5664639" y="1955533"/>
                  <a:pt x="5653291" y="1960245"/>
                </a:cubicBezTo>
                <a:cubicBezTo>
                  <a:pt x="5640346" y="1947636"/>
                  <a:pt x="5600180" y="1973739"/>
                  <a:pt x="5599385" y="1945198"/>
                </a:cubicBezTo>
                <a:cubicBezTo>
                  <a:pt x="5583913" y="1950736"/>
                  <a:pt x="5576590" y="1964134"/>
                  <a:pt x="5578300" y="1944963"/>
                </a:cubicBezTo>
                <a:cubicBezTo>
                  <a:pt x="5573104" y="1946266"/>
                  <a:pt x="5569560" y="1945382"/>
                  <a:pt x="5566758" y="1943441"/>
                </a:cubicBezTo>
                <a:lnTo>
                  <a:pt x="5565857" y="1942445"/>
                </a:lnTo>
                <a:lnTo>
                  <a:pt x="5531534" y="1955208"/>
                </a:lnTo>
                <a:lnTo>
                  <a:pt x="5526552" y="1954799"/>
                </a:lnTo>
                <a:lnTo>
                  <a:pt x="5504723" y="1965811"/>
                </a:lnTo>
                <a:lnTo>
                  <a:pt x="5493156" y="1970063"/>
                </a:lnTo>
                <a:lnTo>
                  <a:pt x="5490486" y="1974227"/>
                </a:lnTo>
                <a:cubicBezTo>
                  <a:pt x="5487271" y="1977077"/>
                  <a:pt x="5482233" y="1979045"/>
                  <a:pt x="5473107" y="1979001"/>
                </a:cubicBezTo>
                <a:lnTo>
                  <a:pt x="5470885" y="1978432"/>
                </a:lnTo>
                <a:lnTo>
                  <a:pt x="5457393" y="1986525"/>
                </a:lnTo>
                <a:cubicBezTo>
                  <a:pt x="5453194" y="1989853"/>
                  <a:pt x="5449663" y="1993721"/>
                  <a:pt x="5447102" y="1998329"/>
                </a:cubicBezTo>
                <a:cubicBezTo>
                  <a:pt x="5386283" y="2017364"/>
                  <a:pt x="5223545" y="2015483"/>
                  <a:pt x="5159151" y="2029640"/>
                </a:cubicBezTo>
                <a:cubicBezTo>
                  <a:pt x="5141359" y="2036610"/>
                  <a:pt x="5090827" y="2076822"/>
                  <a:pt x="5098838" y="2062961"/>
                </a:cubicBezTo>
                <a:cubicBezTo>
                  <a:pt x="5047883" y="2099457"/>
                  <a:pt x="4922007" y="2111466"/>
                  <a:pt x="4860988" y="2135698"/>
                </a:cubicBezTo>
                <a:cubicBezTo>
                  <a:pt x="4805413" y="2152292"/>
                  <a:pt x="4784714" y="2158665"/>
                  <a:pt x="4765388" y="2162525"/>
                </a:cubicBezTo>
                <a:cubicBezTo>
                  <a:pt x="4758560" y="2161978"/>
                  <a:pt x="4751823" y="2160531"/>
                  <a:pt x="4745033" y="2158859"/>
                </a:cubicBezTo>
                <a:lnTo>
                  <a:pt x="4741475" y="2157998"/>
                </a:lnTo>
                <a:lnTo>
                  <a:pt x="4728247" y="2159526"/>
                </a:lnTo>
                <a:lnTo>
                  <a:pt x="4723263" y="2153742"/>
                </a:lnTo>
                <a:lnTo>
                  <a:pt x="4593061" y="2171597"/>
                </a:lnTo>
                <a:lnTo>
                  <a:pt x="4405765" y="2199902"/>
                </a:lnTo>
                <a:cubicBezTo>
                  <a:pt x="4403942" y="2198353"/>
                  <a:pt x="4402457" y="2196614"/>
                  <a:pt x="4401354" y="2194745"/>
                </a:cubicBezTo>
                <a:lnTo>
                  <a:pt x="4366646" y="2198564"/>
                </a:lnTo>
                <a:lnTo>
                  <a:pt x="4354009" y="2204984"/>
                </a:lnTo>
                <a:lnTo>
                  <a:pt x="4348284" y="2205270"/>
                </a:lnTo>
                <a:lnTo>
                  <a:pt x="4333906" y="2205251"/>
                </a:lnTo>
                <a:cubicBezTo>
                  <a:pt x="4326429" y="2204713"/>
                  <a:pt x="4318024" y="2203940"/>
                  <a:pt x="4308819" y="2203822"/>
                </a:cubicBezTo>
                <a:lnTo>
                  <a:pt x="4301210" y="2204456"/>
                </a:lnTo>
                <a:lnTo>
                  <a:pt x="4283095" y="2198177"/>
                </a:lnTo>
                <a:cubicBezTo>
                  <a:pt x="4269863" y="2193337"/>
                  <a:pt x="4259612" y="2190345"/>
                  <a:pt x="4250119" y="2196342"/>
                </a:cubicBezTo>
                <a:cubicBezTo>
                  <a:pt x="4230702" y="2190559"/>
                  <a:pt x="4213171" y="2166890"/>
                  <a:pt x="4189203" y="2178994"/>
                </a:cubicBezTo>
                <a:cubicBezTo>
                  <a:pt x="4194512" y="2165594"/>
                  <a:pt x="4160734" y="2183257"/>
                  <a:pt x="4154035" y="2171950"/>
                </a:cubicBezTo>
                <a:cubicBezTo>
                  <a:pt x="4150098" y="2162547"/>
                  <a:pt x="4138934" y="2165714"/>
                  <a:pt x="4129569" y="2163850"/>
                </a:cubicBezTo>
                <a:cubicBezTo>
                  <a:pt x="4121391" y="2155090"/>
                  <a:pt x="4076089" y="2154737"/>
                  <a:pt x="4061250" y="2159236"/>
                </a:cubicBezTo>
                <a:cubicBezTo>
                  <a:pt x="4020618" y="2177811"/>
                  <a:pt x="3978175" y="2144465"/>
                  <a:pt x="3945480" y="2158279"/>
                </a:cubicBezTo>
                <a:cubicBezTo>
                  <a:pt x="3936362" y="2159139"/>
                  <a:pt x="3928502" y="2158369"/>
                  <a:pt x="3921468" y="2156588"/>
                </a:cubicBezTo>
                <a:lnTo>
                  <a:pt x="3903348" y="2149220"/>
                </a:lnTo>
                <a:lnTo>
                  <a:pt x="3901342" y="2142355"/>
                </a:lnTo>
                <a:lnTo>
                  <a:pt x="3888539" y="2140476"/>
                </a:lnTo>
                <a:lnTo>
                  <a:pt x="3885662" y="2138740"/>
                </a:lnTo>
                <a:cubicBezTo>
                  <a:pt x="3880178" y="2135398"/>
                  <a:pt x="3874645" y="2132286"/>
                  <a:pt x="3868627" y="2130023"/>
                </a:cubicBezTo>
                <a:cubicBezTo>
                  <a:pt x="3859240" y="2159198"/>
                  <a:pt x="3815892" y="2115590"/>
                  <a:pt x="3819177" y="2142111"/>
                </a:cubicBezTo>
                <a:cubicBezTo>
                  <a:pt x="3784478" y="2134756"/>
                  <a:pt x="3796708" y="2161930"/>
                  <a:pt x="3769100" y="2131731"/>
                </a:cubicBezTo>
                <a:cubicBezTo>
                  <a:pt x="3702423" y="2139704"/>
                  <a:pt x="3625642" y="2109386"/>
                  <a:pt x="3562752" y="2131785"/>
                </a:cubicBezTo>
                <a:cubicBezTo>
                  <a:pt x="3576244" y="2120400"/>
                  <a:pt x="3560801" y="2104591"/>
                  <a:pt x="3541402" y="2106821"/>
                </a:cubicBezTo>
                <a:cubicBezTo>
                  <a:pt x="3592232" y="2061584"/>
                  <a:pt x="3356194" y="2115384"/>
                  <a:pt x="3365341" y="2077638"/>
                </a:cubicBezTo>
                <a:cubicBezTo>
                  <a:pt x="3303594" y="2079161"/>
                  <a:pt x="3221644" y="2111487"/>
                  <a:pt x="3170922" y="2115957"/>
                </a:cubicBezTo>
                <a:cubicBezTo>
                  <a:pt x="3166532" y="2119769"/>
                  <a:pt x="3161579" y="2122617"/>
                  <a:pt x="3156256" y="2124773"/>
                </a:cubicBezTo>
                <a:lnTo>
                  <a:pt x="3140298" y="2129182"/>
                </a:lnTo>
                <a:lnTo>
                  <a:pt x="3138514" y="2128069"/>
                </a:lnTo>
                <a:cubicBezTo>
                  <a:pt x="3130169" y="2125710"/>
                  <a:pt x="3124679" y="2126336"/>
                  <a:pt x="3120467" y="2128281"/>
                </a:cubicBezTo>
                <a:lnTo>
                  <a:pt x="3116175" y="2131633"/>
                </a:lnTo>
                <a:lnTo>
                  <a:pt x="3103685" y="2132814"/>
                </a:lnTo>
                <a:lnTo>
                  <a:pt x="3078794" y="2137935"/>
                </a:lnTo>
                <a:lnTo>
                  <a:pt x="3074407" y="2136274"/>
                </a:lnTo>
                <a:lnTo>
                  <a:pt x="3037285" y="2139919"/>
                </a:lnTo>
                <a:lnTo>
                  <a:pt x="3036901" y="2138726"/>
                </a:lnTo>
                <a:cubicBezTo>
                  <a:pt x="3035193" y="2136135"/>
                  <a:pt x="3032337" y="2134379"/>
                  <a:pt x="3026996" y="2134322"/>
                </a:cubicBezTo>
                <a:cubicBezTo>
                  <a:pt x="3037063" y="2116196"/>
                  <a:pt x="3024412" y="2127308"/>
                  <a:pt x="3007772" y="2128742"/>
                </a:cubicBezTo>
                <a:cubicBezTo>
                  <a:pt x="3019697" y="2100910"/>
                  <a:pt x="2971305" y="2115987"/>
                  <a:pt x="2965030" y="2100494"/>
                </a:cubicBezTo>
                <a:cubicBezTo>
                  <a:pt x="2952539" y="2102174"/>
                  <a:pt x="2939545" y="2103445"/>
                  <a:pt x="2926342" y="2104155"/>
                </a:cubicBezTo>
                <a:lnTo>
                  <a:pt x="2918608" y="2104215"/>
                </a:lnTo>
                <a:cubicBezTo>
                  <a:pt x="2918564" y="2104122"/>
                  <a:pt x="2918519" y="2104030"/>
                  <a:pt x="2918475" y="2103937"/>
                </a:cubicBezTo>
                <a:cubicBezTo>
                  <a:pt x="2916840" y="2103354"/>
                  <a:pt x="2914314" y="2103149"/>
                  <a:pt x="2910360" y="2103444"/>
                </a:cubicBezTo>
                <a:lnTo>
                  <a:pt x="2904507" y="2104326"/>
                </a:lnTo>
                <a:lnTo>
                  <a:pt x="2889503" y="2104443"/>
                </a:lnTo>
                <a:lnTo>
                  <a:pt x="2884480" y="2102626"/>
                </a:lnTo>
                <a:lnTo>
                  <a:pt x="2882689" y="2099228"/>
                </a:lnTo>
                <a:lnTo>
                  <a:pt x="2881291" y="2099618"/>
                </a:lnTo>
                <a:cubicBezTo>
                  <a:pt x="2870663" y="2105606"/>
                  <a:pt x="2867338" y="2114210"/>
                  <a:pt x="2853979" y="2090388"/>
                </a:cubicBezTo>
                <a:cubicBezTo>
                  <a:pt x="2829652" y="2100099"/>
                  <a:pt x="2824975" y="2085577"/>
                  <a:pt x="2791790" y="2080332"/>
                </a:cubicBezTo>
                <a:cubicBezTo>
                  <a:pt x="2777850" y="2089504"/>
                  <a:pt x="2766709" y="2086170"/>
                  <a:pt x="2755844" y="2078874"/>
                </a:cubicBezTo>
                <a:cubicBezTo>
                  <a:pt x="2723488" y="2083049"/>
                  <a:pt x="2694065" y="2072780"/>
                  <a:pt x="2657742" y="2070179"/>
                </a:cubicBezTo>
                <a:cubicBezTo>
                  <a:pt x="2618372" y="2082020"/>
                  <a:pt x="2598368" y="2060559"/>
                  <a:pt x="2559549" y="2057873"/>
                </a:cubicBezTo>
                <a:cubicBezTo>
                  <a:pt x="2525789" y="2078403"/>
                  <a:pt x="2531908" y="2039838"/>
                  <a:pt x="2512054" y="2031671"/>
                </a:cubicBezTo>
                <a:lnTo>
                  <a:pt x="2506437" y="2030918"/>
                </a:lnTo>
                <a:lnTo>
                  <a:pt x="2491752" y="2033906"/>
                </a:lnTo>
                <a:lnTo>
                  <a:pt x="2486338" y="2035862"/>
                </a:lnTo>
                <a:cubicBezTo>
                  <a:pt x="2482568" y="2036899"/>
                  <a:pt x="2480011" y="2037191"/>
                  <a:pt x="2478186" y="2036953"/>
                </a:cubicBezTo>
                <a:lnTo>
                  <a:pt x="2477950" y="2036715"/>
                </a:lnTo>
                <a:lnTo>
                  <a:pt x="2470381" y="2038256"/>
                </a:lnTo>
                <a:cubicBezTo>
                  <a:pt x="2457686" y="2041461"/>
                  <a:pt x="2445410" y="2045155"/>
                  <a:pt x="2433781" y="2049140"/>
                </a:cubicBezTo>
                <a:cubicBezTo>
                  <a:pt x="2421781" y="2035703"/>
                  <a:pt x="2379959" y="2059234"/>
                  <a:pt x="2381172" y="2030645"/>
                </a:cubicBezTo>
                <a:cubicBezTo>
                  <a:pt x="2365380" y="2035192"/>
                  <a:pt x="2357148" y="2048120"/>
                  <a:pt x="2360198" y="2029059"/>
                </a:cubicBezTo>
                <a:cubicBezTo>
                  <a:pt x="2354933" y="2030031"/>
                  <a:pt x="2351467" y="2028919"/>
                  <a:pt x="2348815" y="2026798"/>
                </a:cubicBezTo>
                <a:lnTo>
                  <a:pt x="2347988" y="2025745"/>
                </a:lnTo>
                <a:lnTo>
                  <a:pt x="2312920" y="2036311"/>
                </a:lnTo>
                <a:lnTo>
                  <a:pt x="2307986" y="2035583"/>
                </a:lnTo>
                <a:lnTo>
                  <a:pt x="2285481" y="2045197"/>
                </a:lnTo>
                <a:lnTo>
                  <a:pt x="2273666" y="2048710"/>
                </a:lnTo>
                <a:lnTo>
                  <a:pt x="2270719" y="2052702"/>
                </a:lnTo>
                <a:cubicBezTo>
                  <a:pt x="2267315" y="2055347"/>
                  <a:pt x="2262161" y="2056992"/>
                  <a:pt x="2253080" y="2056363"/>
                </a:cubicBezTo>
                <a:lnTo>
                  <a:pt x="2250906" y="2055654"/>
                </a:lnTo>
                <a:lnTo>
                  <a:pt x="2236905" y="2062882"/>
                </a:lnTo>
                <a:cubicBezTo>
                  <a:pt x="2232493" y="2065942"/>
                  <a:pt x="2228705" y="2069583"/>
                  <a:pt x="2225830" y="2074027"/>
                </a:cubicBezTo>
                <a:cubicBezTo>
                  <a:pt x="2173117" y="2059597"/>
                  <a:pt x="2128486" y="2085502"/>
                  <a:pt x="2073776" y="2089244"/>
                </a:cubicBezTo>
                <a:cubicBezTo>
                  <a:pt x="2046050" y="2059365"/>
                  <a:pt x="1957570" y="2112693"/>
                  <a:pt x="1948256" y="2146616"/>
                </a:cubicBezTo>
                <a:cubicBezTo>
                  <a:pt x="1943005" y="2109192"/>
                  <a:pt x="1832736" y="2206239"/>
                  <a:pt x="1865582" y="2153738"/>
                </a:cubicBezTo>
                <a:cubicBezTo>
                  <a:pt x="1847376" y="2159567"/>
                  <a:pt x="1826258" y="2147592"/>
                  <a:pt x="1835210" y="2134244"/>
                </a:cubicBezTo>
                <a:cubicBezTo>
                  <a:pt x="1781916" y="2167476"/>
                  <a:pt x="1695112" y="2153556"/>
                  <a:pt x="1632661" y="2173882"/>
                </a:cubicBezTo>
                <a:cubicBezTo>
                  <a:pt x="1594177" y="2150642"/>
                  <a:pt x="1616426" y="2173975"/>
                  <a:pt x="1579590" y="2173680"/>
                </a:cubicBezTo>
                <a:cubicBezTo>
                  <a:pt x="1592812" y="2198112"/>
                  <a:pt x="1533818" y="2165220"/>
                  <a:pt x="1535601" y="2194590"/>
                </a:cubicBezTo>
                <a:cubicBezTo>
                  <a:pt x="1528840" y="2193608"/>
                  <a:pt x="1522236" y="2191728"/>
                  <a:pt x="1515594" y="2189622"/>
                </a:cubicBezTo>
                <a:lnTo>
                  <a:pt x="1512113" y="2188534"/>
                </a:lnTo>
                <a:lnTo>
                  <a:pt x="1498838" y="2189213"/>
                </a:lnTo>
                <a:lnTo>
                  <a:pt x="1494279" y="2183112"/>
                </a:lnTo>
                <a:lnTo>
                  <a:pt x="1473714" y="2179625"/>
                </a:lnTo>
                <a:cubicBezTo>
                  <a:pt x="1466138" y="2179292"/>
                  <a:pt x="1458132" y="2180071"/>
                  <a:pt x="1449503" y="2182633"/>
                </a:cubicBezTo>
                <a:lnTo>
                  <a:pt x="1266687" y="2212688"/>
                </a:lnTo>
                <a:cubicBezTo>
                  <a:pt x="1256792" y="2212722"/>
                  <a:pt x="1247024" y="2217857"/>
                  <a:pt x="1239614" y="2209727"/>
                </a:cubicBezTo>
                <a:cubicBezTo>
                  <a:pt x="1228778" y="2200326"/>
                  <a:pt x="1202276" y="2223497"/>
                  <a:pt x="1202436" y="2209817"/>
                </a:cubicBezTo>
                <a:cubicBezTo>
                  <a:pt x="1183471" y="2225854"/>
                  <a:pt x="1157340" y="2206849"/>
                  <a:pt x="1136097" y="2205112"/>
                </a:cubicBezTo>
                <a:cubicBezTo>
                  <a:pt x="1100396" y="2209415"/>
                  <a:pt x="1013922" y="2231219"/>
                  <a:pt x="988232" y="2235635"/>
                </a:cubicBezTo>
                <a:cubicBezTo>
                  <a:pt x="986445" y="2234079"/>
                  <a:pt x="984332" y="2232722"/>
                  <a:pt x="981959" y="2231607"/>
                </a:cubicBezTo>
                <a:cubicBezTo>
                  <a:pt x="968170" y="2225130"/>
                  <a:pt x="948759" y="2228043"/>
                  <a:pt x="938600" y="2238113"/>
                </a:cubicBezTo>
                <a:cubicBezTo>
                  <a:pt x="888371" y="2272824"/>
                  <a:pt x="837950" y="2280135"/>
                  <a:pt x="791788" y="2293224"/>
                </a:cubicBezTo>
                <a:cubicBezTo>
                  <a:pt x="739035" y="2305159"/>
                  <a:pt x="769009" y="2269676"/>
                  <a:pt x="706914" y="2305046"/>
                </a:cubicBezTo>
                <a:cubicBezTo>
                  <a:pt x="697882" y="2295919"/>
                  <a:pt x="689339" y="2296797"/>
                  <a:pt x="675971" y="2304030"/>
                </a:cubicBezTo>
                <a:cubicBezTo>
                  <a:pt x="650201" y="2309060"/>
                  <a:pt x="647591" y="2282853"/>
                  <a:pt x="624180" y="2302650"/>
                </a:cubicBezTo>
                <a:cubicBezTo>
                  <a:pt x="626400" y="2287987"/>
                  <a:pt x="574045" y="2305175"/>
                  <a:pt x="583453" y="2288788"/>
                </a:cubicBezTo>
                <a:cubicBezTo>
                  <a:pt x="564313" y="2278832"/>
                  <a:pt x="559671" y="2301039"/>
                  <a:pt x="540946" y="2292721"/>
                </a:cubicBezTo>
                <a:cubicBezTo>
                  <a:pt x="521576" y="2293191"/>
                  <a:pt x="554439" y="2305843"/>
                  <a:pt x="533680" y="2310233"/>
                </a:cubicBezTo>
                <a:cubicBezTo>
                  <a:pt x="508069" y="2313043"/>
                  <a:pt x="512638" y="2338541"/>
                  <a:pt x="487366" y="2309053"/>
                </a:cubicBezTo>
                <a:cubicBezTo>
                  <a:pt x="462164" y="2321083"/>
                  <a:pt x="454441" y="2307251"/>
                  <a:pt x="416820" y="2305443"/>
                </a:cubicBezTo>
                <a:cubicBezTo>
                  <a:pt x="403012" y="2315890"/>
                  <a:pt x="390105" y="2313733"/>
                  <a:pt x="376805" y="2307647"/>
                </a:cubicBezTo>
                <a:cubicBezTo>
                  <a:pt x="341751" y="2315035"/>
                  <a:pt x="307408" y="2307897"/>
                  <a:pt x="266777" y="2309012"/>
                </a:cubicBezTo>
                <a:cubicBezTo>
                  <a:pt x="225310" y="2324664"/>
                  <a:pt x="199419" y="2305548"/>
                  <a:pt x="156013" y="2306832"/>
                </a:cubicBezTo>
                <a:cubicBezTo>
                  <a:pt x="117457" y="2333851"/>
                  <a:pt x="122965" y="2279562"/>
                  <a:pt x="87258" y="2285511"/>
                </a:cubicBezTo>
                <a:cubicBezTo>
                  <a:pt x="38977" y="2309189"/>
                  <a:pt x="74043" y="2277969"/>
                  <a:pt x="23798" y="2281822"/>
                </a:cubicBezTo>
                <a:lnTo>
                  <a:pt x="0" y="2285369"/>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2"/>
              </a:solidFill>
            </a:endParaRPr>
          </a:p>
        </p:txBody>
      </p:sp>
      <p:sp>
        <p:nvSpPr>
          <p:cNvPr id="2" name="Title 1">
            <a:extLst>
              <a:ext uri="{FF2B5EF4-FFF2-40B4-BE49-F238E27FC236}">
                <a16:creationId xmlns:a16="http://schemas.microsoft.com/office/drawing/2014/main" id="{4FA920A8-6485-EEAC-CB0F-498E4DB91D92}"/>
              </a:ext>
            </a:extLst>
          </p:cNvPr>
          <p:cNvSpPr>
            <a:spLocks noGrp="1"/>
          </p:cNvSpPr>
          <p:nvPr>
            <p:ph type="title"/>
          </p:nvPr>
        </p:nvSpPr>
        <p:spPr>
          <a:xfrm>
            <a:off x="6656832" y="592532"/>
            <a:ext cx="5171846" cy="1360626"/>
          </a:xfrm>
        </p:spPr>
        <p:txBody>
          <a:bodyPr vert="horz" lIns="91440" tIns="45720" rIns="91440" bIns="45720" rtlCol="0" anchor="b">
            <a:normAutofit/>
          </a:bodyPr>
          <a:lstStyle/>
          <a:p>
            <a:r>
              <a:rPr lang="en-US" sz="2300" dirty="0"/>
              <a:t>Criteria 4: Er </a:t>
            </a:r>
            <a:r>
              <a:rPr lang="en-US" sz="2300" dirty="0" err="1"/>
              <a:t>zijn</a:t>
            </a:r>
            <a:r>
              <a:rPr lang="en-US" sz="2300" dirty="0"/>
              <a:t> </a:t>
            </a:r>
            <a:r>
              <a:rPr lang="en-US" sz="2300" dirty="0" err="1"/>
              <a:t>werkende</a:t>
            </a:r>
            <a:r>
              <a:rPr lang="en-US" sz="2300" dirty="0"/>
              <a:t> Test </a:t>
            </a:r>
            <a:r>
              <a:rPr lang="en-US" sz="2300" dirty="0" err="1"/>
              <a:t>aanwezig</a:t>
            </a:r>
            <a:r>
              <a:rPr lang="en-US" sz="2300" dirty="0"/>
              <a:t> met </a:t>
            </a:r>
            <a:r>
              <a:rPr lang="en-US" sz="2300" dirty="0" err="1"/>
              <a:t>een</a:t>
            </a:r>
            <a:r>
              <a:rPr lang="en-US" sz="2300" dirty="0"/>
              <a:t> </a:t>
            </a:r>
            <a:r>
              <a:rPr lang="en-US" sz="2300" dirty="0" err="1"/>
              <a:t>goede</a:t>
            </a:r>
            <a:r>
              <a:rPr lang="en-US" sz="2300" dirty="0"/>
              <a:t> code coverage (pt 2)</a:t>
            </a:r>
          </a:p>
        </p:txBody>
      </p:sp>
      <p:pic>
        <p:nvPicPr>
          <p:cNvPr id="7" name="Afbeelding 6">
            <a:extLst>
              <a:ext uri="{FF2B5EF4-FFF2-40B4-BE49-F238E27FC236}">
                <a16:creationId xmlns:a16="http://schemas.microsoft.com/office/drawing/2014/main" id="{402AA05D-6B72-3A81-25C9-F160D475CA7D}"/>
              </a:ext>
            </a:extLst>
          </p:cNvPr>
          <p:cNvPicPr>
            <a:picLocks noChangeAspect="1"/>
          </p:cNvPicPr>
          <p:nvPr/>
        </p:nvPicPr>
        <p:blipFill>
          <a:blip r:embed="rId2"/>
          <a:stretch>
            <a:fillRect/>
          </a:stretch>
        </p:blipFill>
        <p:spPr>
          <a:xfrm>
            <a:off x="167351" y="504749"/>
            <a:ext cx="6322130" cy="4709985"/>
          </a:xfrm>
          <a:prstGeom prst="rect">
            <a:avLst/>
          </a:prstGeom>
        </p:spPr>
      </p:pic>
      <p:pic>
        <p:nvPicPr>
          <p:cNvPr id="5" name="Tijdelijke aanduiding voor inhoud 4">
            <a:extLst>
              <a:ext uri="{FF2B5EF4-FFF2-40B4-BE49-F238E27FC236}">
                <a16:creationId xmlns:a16="http://schemas.microsoft.com/office/drawing/2014/main" id="{87F5185A-E8E2-0DAC-B5AB-51FEB9AEEB51}"/>
              </a:ext>
            </a:extLst>
          </p:cNvPr>
          <p:cNvPicPr>
            <a:picLocks noGrp="1" noChangeAspect="1"/>
          </p:cNvPicPr>
          <p:nvPr>
            <p:ph idx="1"/>
          </p:nvPr>
        </p:nvPicPr>
        <p:blipFill>
          <a:blip r:embed="rId3"/>
          <a:stretch>
            <a:fillRect/>
          </a:stretch>
        </p:blipFill>
        <p:spPr>
          <a:xfrm>
            <a:off x="6656831" y="3213258"/>
            <a:ext cx="4972613" cy="2001476"/>
          </a:xfrm>
          <a:prstGeom prst="rect">
            <a:avLst/>
          </a:prstGeom>
        </p:spPr>
      </p:pic>
      <p:sp>
        <p:nvSpPr>
          <p:cNvPr id="16" name="Freeform: Shape 15">
            <a:extLst>
              <a:ext uri="{FF2B5EF4-FFF2-40B4-BE49-F238E27FC236}">
                <a16:creationId xmlns:a16="http://schemas.microsoft.com/office/drawing/2014/main" id="{CFDF195F-784B-4D00-8C92-6FC1B0499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7088" y="6277971"/>
            <a:ext cx="6884912" cy="580030"/>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3870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A51F-BB7E-4814-A759-995545DA7EF1}"/>
              </a:ext>
            </a:extLst>
          </p:cNvPr>
          <p:cNvSpPr>
            <a:spLocks noGrp="1"/>
          </p:cNvSpPr>
          <p:nvPr>
            <p:ph type="title"/>
          </p:nvPr>
        </p:nvSpPr>
        <p:spPr/>
        <p:txBody>
          <a:bodyPr/>
          <a:lstStyle/>
          <a:p>
            <a:r>
              <a:rPr lang="nl-NL" dirty="0"/>
              <a:t>Criteria 5: </a:t>
            </a:r>
            <a:r>
              <a:rPr lang="en-GB" dirty="0"/>
              <a:t>De </a:t>
            </a:r>
            <a:r>
              <a:rPr lang="en-GB" dirty="0" err="1"/>
              <a:t>applicatie</a:t>
            </a:r>
            <a:r>
              <a:rPr lang="en-GB" dirty="0"/>
              <a:t> </a:t>
            </a:r>
            <a:r>
              <a:rPr lang="en-GB" dirty="0" err="1"/>
              <a:t>bevat</a:t>
            </a:r>
            <a:r>
              <a:rPr lang="en-GB" dirty="0"/>
              <a:t> extra 'nice-2-have' features. </a:t>
            </a:r>
          </a:p>
        </p:txBody>
      </p:sp>
      <p:pic>
        <p:nvPicPr>
          <p:cNvPr id="5" name="Tijdelijke aanduiding voor inhoud 4">
            <a:extLst>
              <a:ext uri="{FF2B5EF4-FFF2-40B4-BE49-F238E27FC236}">
                <a16:creationId xmlns:a16="http://schemas.microsoft.com/office/drawing/2014/main" id="{B6F0976F-2611-E7E0-4876-8755820D2F60}"/>
              </a:ext>
            </a:extLst>
          </p:cNvPr>
          <p:cNvPicPr>
            <a:picLocks noGrp="1" noChangeAspect="1"/>
          </p:cNvPicPr>
          <p:nvPr>
            <p:ph idx="1"/>
          </p:nvPr>
        </p:nvPicPr>
        <p:blipFill>
          <a:blip r:embed="rId2"/>
          <a:stretch>
            <a:fillRect/>
          </a:stretch>
        </p:blipFill>
        <p:spPr>
          <a:xfrm>
            <a:off x="959124" y="1752473"/>
            <a:ext cx="5226263" cy="4351338"/>
          </a:xfrm>
          <a:prstGeom prst="rect">
            <a:avLst/>
          </a:prstGeom>
        </p:spPr>
      </p:pic>
      <p:sp>
        <p:nvSpPr>
          <p:cNvPr id="4" name="Tekstvak 3">
            <a:extLst>
              <a:ext uri="{FF2B5EF4-FFF2-40B4-BE49-F238E27FC236}">
                <a16:creationId xmlns:a16="http://schemas.microsoft.com/office/drawing/2014/main" id="{7477DA57-8FED-B9C7-C0B1-2DFDD6956306}"/>
              </a:ext>
            </a:extLst>
          </p:cNvPr>
          <p:cNvSpPr txBox="1"/>
          <p:nvPr/>
        </p:nvSpPr>
        <p:spPr>
          <a:xfrm>
            <a:off x="3048512" y="3245868"/>
            <a:ext cx="6097022" cy="369332"/>
          </a:xfrm>
          <a:prstGeom prst="rect">
            <a:avLst/>
          </a:prstGeom>
          <a:noFill/>
        </p:spPr>
        <p:txBody>
          <a:bodyPr wrap="square">
            <a:spAutoFit/>
          </a:bodyPr>
          <a:lstStyle/>
          <a:p>
            <a:endParaRPr lang="en-GB" dirty="0"/>
          </a:p>
        </p:txBody>
      </p:sp>
      <p:sp>
        <p:nvSpPr>
          <p:cNvPr id="7" name="Tekstvak 6">
            <a:extLst>
              <a:ext uri="{FF2B5EF4-FFF2-40B4-BE49-F238E27FC236}">
                <a16:creationId xmlns:a16="http://schemas.microsoft.com/office/drawing/2014/main" id="{659A09F7-6E8B-E2BB-C0B7-BFD3B05DAB9F}"/>
              </a:ext>
            </a:extLst>
          </p:cNvPr>
          <p:cNvSpPr txBox="1"/>
          <p:nvPr/>
        </p:nvSpPr>
        <p:spPr>
          <a:xfrm>
            <a:off x="3048512" y="3245868"/>
            <a:ext cx="6097022" cy="369332"/>
          </a:xfrm>
          <a:prstGeom prst="rect">
            <a:avLst/>
          </a:prstGeom>
          <a:noFill/>
        </p:spPr>
        <p:txBody>
          <a:bodyPr wrap="square">
            <a:spAutoFit/>
          </a:bodyPr>
          <a:lstStyle/>
          <a:p>
            <a:endParaRPr lang="en-GB" dirty="0"/>
          </a:p>
        </p:txBody>
      </p:sp>
    </p:spTree>
    <p:extLst>
      <p:ext uri="{BB962C8B-B14F-4D97-AF65-F5344CB8AC3E}">
        <p14:creationId xmlns:p14="http://schemas.microsoft.com/office/powerpoint/2010/main" val="888351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F13DC-C97F-544B-272A-783813D36E64}"/>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58812B-E7DC-04F2-E520-2E9A6FE99070}"/>
              </a:ext>
            </a:extLst>
          </p:cNvPr>
          <p:cNvSpPr>
            <a:spLocks noGrp="1"/>
          </p:cNvSpPr>
          <p:nvPr>
            <p:ph type="title"/>
          </p:nvPr>
        </p:nvSpPr>
        <p:spPr>
          <a:xfrm>
            <a:off x="838200" y="365125"/>
            <a:ext cx="10515600" cy="1860400"/>
          </a:xfrm>
        </p:spPr>
        <p:txBody>
          <a:bodyPr vert="horz" lIns="91440" tIns="45720" rIns="91440" bIns="45720" rtlCol="0" anchor="ctr">
            <a:normAutofit/>
          </a:bodyPr>
          <a:lstStyle/>
          <a:p>
            <a:r>
              <a:rPr lang="en-US" sz="5200" kern="1200">
                <a:solidFill>
                  <a:schemeClr val="tx1"/>
                </a:solidFill>
                <a:latin typeface="+mj-lt"/>
                <a:ea typeface="+mj-ea"/>
                <a:cs typeface="+mj-cs"/>
              </a:rPr>
              <a:t>Criteria 5: De applicatie bevat extra 'nice-2-have' features. </a:t>
            </a:r>
          </a:p>
        </p:txBody>
      </p:sp>
      <p:pic>
        <p:nvPicPr>
          <p:cNvPr id="13" name="Afbeelding 12">
            <a:extLst>
              <a:ext uri="{FF2B5EF4-FFF2-40B4-BE49-F238E27FC236}">
                <a16:creationId xmlns:a16="http://schemas.microsoft.com/office/drawing/2014/main" id="{58EE95C1-61C5-51B5-709A-19CF9906B9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7399" y="2299448"/>
            <a:ext cx="4201339" cy="3938756"/>
          </a:xfrm>
          <a:prstGeom prst="rect">
            <a:avLst/>
          </a:prstGeom>
        </p:spPr>
      </p:pic>
      <p:pic>
        <p:nvPicPr>
          <p:cNvPr id="11" name="Tijdelijke aanduiding voor inhoud 10">
            <a:extLst>
              <a:ext uri="{FF2B5EF4-FFF2-40B4-BE49-F238E27FC236}">
                <a16:creationId xmlns:a16="http://schemas.microsoft.com/office/drawing/2014/main" id="{78AD7CE4-C6E4-0733-4758-A6C8812741F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88414" y="2225525"/>
            <a:ext cx="4450571" cy="3938756"/>
          </a:xfrm>
          <a:prstGeom prst="rect">
            <a:avLst/>
          </a:prstGeom>
        </p:spPr>
      </p:pic>
      <p:sp>
        <p:nvSpPr>
          <p:cNvPr id="4" name="Tekstvak 3">
            <a:extLst>
              <a:ext uri="{FF2B5EF4-FFF2-40B4-BE49-F238E27FC236}">
                <a16:creationId xmlns:a16="http://schemas.microsoft.com/office/drawing/2014/main" id="{927470AC-D185-0A7A-6A9D-D247F9CD7D98}"/>
              </a:ext>
            </a:extLst>
          </p:cNvPr>
          <p:cNvSpPr txBox="1"/>
          <p:nvPr/>
        </p:nvSpPr>
        <p:spPr>
          <a:xfrm>
            <a:off x="3048512" y="3245868"/>
            <a:ext cx="6097022" cy="369332"/>
          </a:xfrm>
          <a:prstGeom prst="rect">
            <a:avLst/>
          </a:prstGeom>
          <a:noFill/>
        </p:spPr>
        <p:txBody>
          <a:bodyPr wrap="square">
            <a:spAutoFit/>
          </a:bodyPr>
          <a:lstStyle/>
          <a:p>
            <a:endParaRPr lang="en-GB" dirty="0"/>
          </a:p>
        </p:txBody>
      </p:sp>
    </p:spTree>
    <p:extLst>
      <p:ext uri="{BB962C8B-B14F-4D97-AF65-F5344CB8AC3E}">
        <p14:creationId xmlns:p14="http://schemas.microsoft.com/office/powerpoint/2010/main" val="4169496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TotalTime>
  <Words>397</Words>
  <Application>Microsoft Office PowerPoint</Application>
  <PresentationFormat>Breedbeeld</PresentationFormat>
  <Paragraphs>29</Paragraphs>
  <Slides>9</Slides>
  <Notes>2</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9</vt:i4>
      </vt:variant>
    </vt:vector>
  </HeadingPairs>
  <TitlesOfParts>
    <vt:vector size="14" baseType="lpstr">
      <vt:lpstr>Aptos</vt:lpstr>
      <vt:lpstr>Arial</vt:lpstr>
      <vt:lpstr>Calibri</vt:lpstr>
      <vt:lpstr>Calibri Light</vt:lpstr>
      <vt:lpstr>Office Theme</vt:lpstr>
      <vt:lpstr>Assessment ADWEB 2526 </vt:lpstr>
      <vt:lpstr>Gemaakte werk</vt:lpstr>
      <vt:lpstr>Criteria 1: De applicatie werkt zonder fouten en er is nagedacht over gebruiksvriendelijkheid</vt:lpstr>
      <vt:lpstr>Criteria 2: De applicatie werkt volledig real-time op basis van RXJS. </vt:lpstr>
      <vt:lpstr>Criteria 3: De applicatie is zo ingericht dat hij voldoet aan Seperation of Concern en de student kan dit onderbouwen met bronvermelding</vt:lpstr>
      <vt:lpstr>Criteria 4: Er zijn werkende Test aanwezig met een goede code coverage</vt:lpstr>
      <vt:lpstr>Criteria 4: Er zijn werkende Test aanwezig met een goede code coverage (pt 2)</vt:lpstr>
      <vt:lpstr>Criteria 5: De applicatie bevat extra 'nice-2-have' features. </vt:lpstr>
      <vt:lpstr>Criteria 5: De applicatie bevat extra 'nice-2-have' features.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Assessment ADWEB 2122 </dc:title>
  <dc:creator>Stijn Smulders</dc:creator>
  <cp:lastModifiedBy>Jeroen Verlinde</cp:lastModifiedBy>
  <cp:revision>9</cp:revision>
  <dcterms:created xsi:type="dcterms:W3CDTF">2022-05-11T12:36:22Z</dcterms:created>
  <dcterms:modified xsi:type="dcterms:W3CDTF">2026-06-28T21:06:40Z</dcterms:modified>
</cp:coreProperties>
</file>